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5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pa Mamadou Ndao" userId="cd818a80116a3398" providerId="LiveId" clId="{AD1A096A-8F28-4394-868A-DB5EC680F6EF}"/>
    <pc:docChg chg="undo custSel addSld delSld modSld modMainMaster">
      <pc:chgData name="Papa Mamadou Ndao" userId="cd818a80116a3398" providerId="LiveId" clId="{AD1A096A-8F28-4394-868A-DB5EC680F6EF}" dt="2026-06-21T10:42:52.053" v="912" actId="20577"/>
      <pc:docMkLst>
        <pc:docMk/>
      </pc:docMkLst>
      <pc:sldChg chg="delSp modSp mod modTransition addAnim delAnim modAnim">
        <pc:chgData name="Papa Mamadou Ndao" userId="cd818a80116a3398" providerId="LiveId" clId="{AD1A096A-8F28-4394-868A-DB5EC680F6EF}" dt="2026-06-21T10:37:23.573" v="871" actId="1076"/>
        <pc:sldMkLst>
          <pc:docMk/>
          <pc:sldMk cId="0" sldId="256"/>
        </pc:sldMkLst>
        <pc:spChg chg="mod">
          <ac:chgData name="Papa Mamadou Ndao" userId="cd818a80116a3398" providerId="LiveId" clId="{AD1A096A-8F28-4394-868A-DB5EC680F6EF}" dt="2026-06-21T10:37:23.573" v="871" actId="1076"/>
          <ac:spMkLst>
            <pc:docMk/>
            <pc:sldMk cId="0" sldId="256"/>
            <ac:spMk id="7" creationId="{00000000-0000-0000-0000-000000000000}"/>
          </ac:spMkLst>
        </pc:spChg>
      </pc:sldChg>
      <pc:sldChg chg="addSp delSp modSp mod modTransition">
        <pc:chgData name="Papa Mamadou Ndao" userId="cd818a80116a3398" providerId="LiveId" clId="{AD1A096A-8F28-4394-868A-DB5EC680F6EF}" dt="2026-06-21T10:35:30.910" v="861"/>
        <pc:sldMkLst>
          <pc:docMk/>
          <pc:sldMk cId="0" sldId="257"/>
        </pc:sldMkLst>
        <pc:spChg chg="del">
          <ac:chgData name="Papa Mamadou Ndao" userId="cd818a80116a3398" providerId="LiveId" clId="{AD1A096A-8F28-4394-868A-DB5EC680F6EF}" dt="2026-06-21T09:48:48.323" v="399" actId="21"/>
          <ac:spMkLst>
            <pc:docMk/>
            <pc:sldMk cId="0" sldId="257"/>
            <ac:spMk id="3" creationId="{00000000-0000-0000-0000-000000000000}"/>
          </ac:spMkLst>
        </pc:spChg>
        <pc:spChg chg="del">
          <ac:chgData name="Papa Mamadou Ndao" userId="cd818a80116a3398" providerId="LiveId" clId="{AD1A096A-8F28-4394-868A-DB5EC680F6EF}" dt="2026-06-21T09:48:48.323" v="399" actId="21"/>
          <ac:spMkLst>
            <pc:docMk/>
            <pc:sldMk cId="0" sldId="257"/>
            <ac:spMk id="7" creationId="{00000000-0000-0000-0000-000000000000}"/>
          </ac:spMkLst>
        </pc:spChg>
        <pc:spChg chg="del">
          <ac:chgData name="Papa Mamadou Ndao" userId="cd818a80116a3398" providerId="LiveId" clId="{AD1A096A-8F28-4394-868A-DB5EC680F6EF}" dt="2026-06-21T09:48:48.323" v="399" actId="21"/>
          <ac:spMkLst>
            <pc:docMk/>
            <pc:sldMk cId="0" sldId="257"/>
            <ac:spMk id="9" creationId="{00000000-0000-0000-0000-000000000000}"/>
          </ac:spMkLst>
        </pc:spChg>
        <pc:spChg chg="del">
          <ac:chgData name="Papa Mamadou Ndao" userId="cd818a80116a3398" providerId="LiveId" clId="{AD1A096A-8F28-4394-868A-DB5EC680F6EF}" dt="2026-06-21T09:48:48.323" v="399" actId="21"/>
          <ac:spMkLst>
            <pc:docMk/>
            <pc:sldMk cId="0" sldId="257"/>
            <ac:spMk id="12" creationId="{00000000-0000-0000-0000-000000000000}"/>
          </ac:spMkLst>
        </pc:spChg>
        <pc:spChg chg="del">
          <ac:chgData name="Papa Mamadou Ndao" userId="cd818a80116a3398" providerId="LiveId" clId="{AD1A096A-8F28-4394-868A-DB5EC680F6EF}" dt="2026-06-21T09:48:48.323" v="399" actId="21"/>
          <ac:spMkLst>
            <pc:docMk/>
            <pc:sldMk cId="0" sldId="257"/>
            <ac:spMk id="16" creationId="{00000000-0000-0000-0000-000000000000}"/>
          </ac:spMkLst>
        </pc:spChg>
        <pc:spChg chg="del">
          <ac:chgData name="Papa Mamadou Ndao" userId="cd818a80116a3398" providerId="LiveId" clId="{AD1A096A-8F28-4394-868A-DB5EC680F6EF}" dt="2026-06-21T09:48:48.323" v="399" actId="21"/>
          <ac:spMkLst>
            <pc:docMk/>
            <pc:sldMk cId="0" sldId="257"/>
            <ac:spMk id="17" creationId="{00000000-0000-0000-0000-000000000000}"/>
          </ac:spMkLst>
        </pc:spChg>
        <pc:spChg chg="del">
          <ac:chgData name="Papa Mamadou Ndao" userId="cd818a80116a3398" providerId="LiveId" clId="{AD1A096A-8F28-4394-868A-DB5EC680F6EF}" dt="2026-06-21T09:48:48.323" v="399" actId="21"/>
          <ac:spMkLst>
            <pc:docMk/>
            <pc:sldMk cId="0" sldId="257"/>
            <ac:spMk id="22" creationId="{00000000-0000-0000-0000-000000000000}"/>
          </ac:spMkLst>
        </pc:spChg>
        <pc:spChg chg="del">
          <ac:chgData name="Papa Mamadou Ndao" userId="cd818a80116a3398" providerId="LiveId" clId="{AD1A096A-8F28-4394-868A-DB5EC680F6EF}" dt="2026-06-21T09:48:48.323" v="399" actId="21"/>
          <ac:spMkLst>
            <pc:docMk/>
            <pc:sldMk cId="0" sldId="257"/>
            <ac:spMk id="23" creationId="{00000000-0000-0000-0000-000000000000}"/>
          </ac:spMkLst>
        </pc:spChg>
        <pc:spChg chg="del">
          <ac:chgData name="Papa Mamadou Ndao" userId="cd818a80116a3398" providerId="LiveId" clId="{AD1A096A-8F28-4394-868A-DB5EC680F6EF}" dt="2026-06-21T09:48:48.323" v="399" actId="21"/>
          <ac:spMkLst>
            <pc:docMk/>
            <pc:sldMk cId="0" sldId="257"/>
            <ac:spMk id="35" creationId="{00000000-0000-0000-0000-000000000000}"/>
          </ac:spMkLst>
        </pc:spChg>
        <pc:spChg chg="del">
          <ac:chgData name="Papa Mamadou Ndao" userId="cd818a80116a3398" providerId="LiveId" clId="{AD1A096A-8F28-4394-868A-DB5EC680F6EF}" dt="2026-06-21T09:48:48.323" v="399" actId="21"/>
          <ac:spMkLst>
            <pc:docMk/>
            <pc:sldMk cId="0" sldId="257"/>
            <ac:spMk id="38" creationId="{00000000-0000-0000-0000-000000000000}"/>
          </ac:spMkLst>
        </pc:spChg>
        <pc:spChg chg="add del">
          <ac:chgData name="Papa Mamadou Ndao" userId="cd818a80116a3398" providerId="LiveId" clId="{AD1A096A-8F28-4394-868A-DB5EC680F6EF}" dt="2026-06-21T09:48:58.682" v="401" actId="22"/>
          <ac:spMkLst>
            <pc:docMk/>
            <pc:sldMk cId="0" sldId="257"/>
            <ac:spMk id="41" creationId="{D65C6F15-4E6C-1693-864A-94F93ABDA630}"/>
          </ac:spMkLst>
        </pc:spChg>
        <pc:spChg chg="add del">
          <ac:chgData name="Papa Mamadou Ndao" userId="cd818a80116a3398" providerId="LiveId" clId="{AD1A096A-8F28-4394-868A-DB5EC680F6EF}" dt="2026-06-21T09:48:58.682" v="401" actId="22"/>
          <ac:spMkLst>
            <pc:docMk/>
            <pc:sldMk cId="0" sldId="257"/>
            <ac:spMk id="43" creationId="{06E6A945-523C-6EAD-2624-94A4FEBE99EB}"/>
          </ac:spMkLst>
        </pc:spChg>
        <pc:spChg chg="add del">
          <ac:chgData name="Papa Mamadou Ndao" userId="cd818a80116a3398" providerId="LiveId" clId="{AD1A096A-8F28-4394-868A-DB5EC680F6EF}" dt="2026-06-21T09:48:58.682" v="401" actId="22"/>
          <ac:spMkLst>
            <pc:docMk/>
            <pc:sldMk cId="0" sldId="257"/>
            <ac:spMk id="53" creationId="{4260811B-9129-FDBC-7842-FD09A71E2893}"/>
          </ac:spMkLst>
        </pc:spChg>
        <pc:spChg chg="add del">
          <ac:chgData name="Papa Mamadou Ndao" userId="cd818a80116a3398" providerId="LiveId" clId="{AD1A096A-8F28-4394-868A-DB5EC680F6EF}" dt="2026-06-21T09:48:58.682" v="401" actId="22"/>
          <ac:spMkLst>
            <pc:docMk/>
            <pc:sldMk cId="0" sldId="257"/>
            <ac:spMk id="59" creationId="{1F4B4D1F-6E0B-3ABC-430A-B7A929326681}"/>
          </ac:spMkLst>
        </pc:spChg>
        <pc:spChg chg="add del">
          <ac:chgData name="Papa Mamadou Ndao" userId="cd818a80116a3398" providerId="LiveId" clId="{AD1A096A-8F28-4394-868A-DB5EC680F6EF}" dt="2026-06-21T09:48:58.682" v="401" actId="22"/>
          <ac:spMkLst>
            <pc:docMk/>
            <pc:sldMk cId="0" sldId="257"/>
            <ac:spMk id="65" creationId="{3DBD65A9-BC27-8FC9-5E12-C4CA05F81E76}"/>
          </ac:spMkLst>
        </pc:spChg>
        <pc:spChg chg="add del">
          <ac:chgData name="Papa Mamadou Ndao" userId="cd818a80116a3398" providerId="LiveId" clId="{AD1A096A-8F28-4394-868A-DB5EC680F6EF}" dt="2026-06-21T09:48:58.682" v="401" actId="22"/>
          <ac:spMkLst>
            <pc:docMk/>
            <pc:sldMk cId="0" sldId="257"/>
            <ac:spMk id="71" creationId="{EE931339-6BAA-8D5F-8C4F-EF2F4D627DC3}"/>
          </ac:spMkLst>
        </pc:spChg>
        <pc:spChg chg="add del">
          <ac:chgData name="Papa Mamadou Ndao" userId="cd818a80116a3398" providerId="LiveId" clId="{AD1A096A-8F28-4394-868A-DB5EC680F6EF}" dt="2026-06-21T09:48:58.682" v="401" actId="22"/>
          <ac:spMkLst>
            <pc:docMk/>
            <pc:sldMk cId="0" sldId="257"/>
            <ac:spMk id="73" creationId="{F38FB91E-7DD5-36F0-F66E-07A5DD020770}"/>
          </ac:spMkLst>
        </pc:spChg>
        <pc:spChg chg="add del">
          <ac:chgData name="Papa Mamadou Ndao" userId="cd818a80116a3398" providerId="LiveId" clId="{AD1A096A-8F28-4394-868A-DB5EC680F6EF}" dt="2026-06-21T09:48:58.682" v="401" actId="22"/>
          <ac:spMkLst>
            <pc:docMk/>
            <pc:sldMk cId="0" sldId="257"/>
            <ac:spMk id="75" creationId="{7AC7C4CE-3073-D476-6FEC-6E8F4C350286}"/>
          </ac:spMkLst>
        </pc:spChg>
        <pc:spChg chg="add del">
          <ac:chgData name="Papa Mamadou Ndao" userId="cd818a80116a3398" providerId="LiveId" clId="{AD1A096A-8F28-4394-868A-DB5EC680F6EF}" dt="2026-06-21T09:48:58.682" v="401" actId="22"/>
          <ac:spMkLst>
            <pc:docMk/>
            <pc:sldMk cId="0" sldId="257"/>
            <ac:spMk id="77" creationId="{1B7C731C-B028-0763-910D-CB01D4E6FBF3}"/>
          </ac:spMkLst>
        </pc:spChg>
        <pc:spChg chg="add del">
          <ac:chgData name="Papa Mamadou Ndao" userId="cd818a80116a3398" providerId="LiveId" clId="{AD1A096A-8F28-4394-868A-DB5EC680F6EF}" dt="2026-06-21T09:48:58.682" v="401" actId="22"/>
          <ac:spMkLst>
            <pc:docMk/>
            <pc:sldMk cId="0" sldId="257"/>
            <ac:spMk id="85" creationId="{18174CF3-8DF8-7FD8-F59E-191630E629DD}"/>
          </ac:spMkLst>
        </pc:spChg>
        <pc:spChg chg="add">
          <ac:chgData name="Papa Mamadou Ndao" userId="cd818a80116a3398" providerId="LiveId" clId="{AD1A096A-8F28-4394-868A-DB5EC680F6EF}" dt="2026-06-21T09:50:00.782" v="406" actId="22"/>
          <ac:spMkLst>
            <pc:docMk/>
            <pc:sldMk cId="0" sldId="257"/>
            <ac:spMk id="121" creationId="{C8236373-26D1-23A5-5A73-421C88ED76FC}"/>
          </ac:spMkLst>
        </pc:spChg>
        <pc:spChg chg="add">
          <ac:chgData name="Papa Mamadou Ndao" userId="cd818a80116a3398" providerId="LiveId" clId="{AD1A096A-8F28-4394-868A-DB5EC680F6EF}" dt="2026-06-21T09:50:00.782" v="406" actId="22"/>
          <ac:spMkLst>
            <pc:docMk/>
            <pc:sldMk cId="0" sldId="257"/>
            <ac:spMk id="127" creationId="{05EAC404-15E7-7D77-78EA-8A07E3D78A0F}"/>
          </ac:spMkLst>
        </pc:spChg>
        <pc:spChg chg="add">
          <ac:chgData name="Papa Mamadou Ndao" userId="cd818a80116a3398" providerId="LiveId" clId="{AD1A096A-8F28-4394-868A-DB5EC680F6EF}" dt="2026-06-21T09:50:00.782" v="406" actId="22"/>
          <ac:spMkLst>
            <pc:docMk/>
            <pc:sldMk cId="0" sldId="257"/>
            <ac:spMk id="135" creationId="{A0E51330-8B60-C7BA-743A-AF49D9E6E6C0}"/>
          </ac:spMkLst>
        </pc:spChg>
        <pc:spChg chg="mod">
          <ac:chgData name="Papa Mamadou Ndao" userId="cd818a80116a3398" providerId="LiveId" clId="{AD1A096A-8F28-4394-868A-DB5EC680F6EF}" dt="2026-06-21T09:51:11.279" v="447" actId="20577"/>
          <ac:spMkLst>
            <pc:docMk/>
            <pc:sldMk cId="0" sldId="257"/>
            <ac:spMk id="141" creationId="{03B2E409-A8BF-CF14-6FA9-D07858B0D339}"/>
          </ac:spMkLst>
        </pc:spChg>
        <pc:spChg chg="mod">
          <ac:chgData name="Papa Mamadou Ndao" userId="cd818a80116a3398" providerId="LiveId" clId="{AD1A096A-8F28-4394-868A-DB5EC680F6EF}" dt="2026-06-21T09:50:56.424" v="429" actId="20577"/>
          <ac:spMkLst>
            <pc:docMk/>
            <pc:sldMk cId="0" sldId="257"/>
            <ac:spMk id="147" creationId="{59B53B1F-EC88-BE08-16A0-82433C19D55D}"/>
          </ac:spMkLst>
        </pc:spChg>
        <pc:spChg chg="add">
          <ac:chgData name="Papa Mamadou Ndao" userId="cd818a80116a3398" providerId="LiveId" clId="{AD1A096A-8F28-4394-868A-DB5EC680F6EF}" dt="2026-06-21T09:50:00.782" v="406" actId="22"/>
          <ac:spMkLst>
            <pc:docMk/>
            <pc:sldMk cId="0" sldId="257"/>
            <ac:spMk id="149" creationId="{A199DDA3-FFFF-C783-213B-803203AE3AF8}"/>
          </ac:spMkLst>
        </pc:spChg>
        <pc:spChg chg="add">
          <ac:chgData name="Papa Mamadou Ndao" userId="cd818a80116a3398" providerId="LiveId" clId="{AD1A096A-8F28-4394-868A-DB5EC680F6EF}" dt="2026-06-21T09:50:00.782" v="406" actId="22"/>
          <ac:spMkLst>
            <pc:docMk/>
            <pc:sldMk cId="0" sldId="257"/>
            <ac:spMk id="151" creationId="{677DFBE9-0BB6-EA46-6CF9-6AAC72E0F3BA}"/>
          </ac:spMkLst>
        </pc:spChg>
        <pc:spChg chg="mod">
          <ac:chgData name="Papa Mamadou Ndao" userId="cd818a80116a3398" providerId="LiveId" clId="{AD1A096A-8F28-4394-868A-DB5EC680F6EF}" dt="2026-06-21T09:51:17.613" v="460" actId="20577"/>
          <ac:spMkLst>
            <pc:docMk/>
            <pc:sldMk cId="0" sldId="257"/>
            <ac:spMk id="153" creationId="{21736509-028D-865A-5BF6-C1124F4178DB}"/>
          </ac:spMkLst>
        </pc:spChg>
        <pc:spChg chg="add">
          <ac:chgData name="Papa Mamadou Ndao" userId="cd818a80116a3398" providerId="LiveId" clId="{AD1A096A-8F28-4394-868A-DB5EC680F6EF}" dt="2026-06-21T09:50:00.782" v="406" actId="22"/>
          <ac:spMkLst>
            <pc:docMk/>
            <pc:sldMk cId="0" sldId="257"/>
            <ac:spMk id="161" creationId="{CC381936-EB0B-0723-C07B-A80D9FD2B27E}"/>
          </ac:spMkLst>
        </pc:spChg>
        <pc:spChg chg="mod">
          <ac:chgData name="Papa Mamadou Ndao" userId="cd818a80116a3398" providerId="LiveId" clId="{AD1A096A-8F28-4394-868A-DB5EC680F6EF}" dt="2026-06-21T09:51:25.514" v="463" actId="20577"/>
          <ac:spMkLst>
            <pc:docMk/>
            <pc:sldMk cId="0" sldId="257"/>
            <ac:spMk id="165" creationId="{5520F61F-2225-8519-BF3F-DBA3922121C7}"/>
          </ac:spMkLst>
        </pc:spChg>
        <pc:spChg chg="add">
          <ac:chgData name="Papa Mamadou Ndao" userId="cd818a80116a3398" providerId="LiveId" clId="{AD1A096A-8F28-4394-868A-DB5EC680F6EF}" dt="2026-06-21T09:50:00.782" v="406" actId="22"/>
          <ac:spMkLst>
            <pc:docMk/>
            <pc:sldMk cId="0" sldId="257"/>
            <ac:spMk id="169" creationId="{82A87A1C-454A-8873-7592-9735B207B549}"/>
          </ac:spMkLst>
        </pc:spChg>
        <pc:spChg chg="mod">
          <ac:chgData name="Papa Mamadou Ndao" userId="cd818a80116a3398" providerId="LiveId" clId="{AD1A096A-8F28-4394-868A-DB5EC680F6EF}" dt="2026-06-21T09:51:28.083" v="466" actId="20577"/>
          <ac:spMkLst>
            <pc:docMk/>
            <pc:sldMk cId="0" sldId="257"/>
            <ac:spMk id="171" creationId="{FBACED46-0D19-269C-16B3-3ECCA5FEED80}"/>
          </ac:spMkLst>
        </pc:spChg>
        <pc:spChg chg="mod">
          <ac:chgData name="Papa Mamadou Ndao" userId="cd818a80116a3398" providerId="LiveId" clId="{AD1A096A-8F28-4394-868A-DB5EC680F6EF}" dt="2026-06-21T09:51:30.641" v="469" actId="20577"/>
          <ac:spMkLst>
            <pc:docMk/>
            <pc:sldMk cId="0" sldId="257"/>
            <ac:spMk id="177" creationId="{05E2ED3C-F158-E2F3-7C9C-3E96FCE2EDF8}"/>
          </ac:spMkLst>
        </pc:spChg>
        <pc:spChg chg="add">
          <ac:chgData name="Papa Mamadou Ndao" userId="cd818a80116a3398" providerId="LiveId" clId="{AD1A096A-8F28-4394-868A-DB5EC680F6EF}" dt="2026-06-21T09:50:00.782" v="406" actId="22"/>
          <ac:spMkLst>
            <pc:docMk/>
            <pc:sldMk cId="0" sldId="257"/>
            <ac:spMk id="179" creationId="{F6FBE739-FD0F-7E55-D6C0-C68FC57EE8A4}"/>
          </ac:spMkLst>
        </pc:spChg>
        <pc:spChg chg="add">
          <ac:chgData name="Papa Mamadou Ndao" userId="cd818a80116a3398" providerId="LiveId" clId="{AD1A096A-8F28-4394-868A-DB5EC680F6EF}" dt="2026-06-21T09:50:00.782" v="406" actId="22"/>
          <ac:spMkLst>
            <pc:docMk/>
            <pc:sldMk cId="0" sldId="257"/>
            <ac:spMk id="185" creationId="{78FAEC95-C830-754B-D405-894190BAC3D0}"/>
          </ac:spMkLst>
        </pc:spChg>
        <pc:spChg chg="add">
          <ac:chgData name="Papa Mamadou Ndao" userId="cd818a80116a3398" providerId="LiveId" clId="{AD1A096A-8F28-4394-868A-DB5EC680F6EF}" dt="2026-06-21T09:50:00.782" v="406" actId="22"/>
          <ac:spMkLst>
            <pc:docMk/>
            <pc:sldMk cId="0" sldId="257"/>
            <ac:spMk id="187" creationId="{0FC29053-A327-00ED-DC2F-164E4012741D}"/>
          </ac:spMkLst>
        </pc:spChg>
        <pc:spChg chg="mod">
          <ac:chgData name="Papa Mamadou Ndao" userId="cd818a80116a3398" providerId="LiveId" clId="{AD1A096A-8F28-4394-868A-DB5EC680F6EF}" dt="2026-06-21T09:51:37.438" v="472" actId="20577"/>
          <ac:spMkLst>
            <pc:docMk/>
            <pc:sldMk cId="0" sldId="257"/>
            <ac:spMk id="189" creationId="{074E45CF-0DE9-0F2F-98A2-DEC6D4CACB43}"/>
          </ac:spMkLst>
        </pc:spChg>
      </pc:sldChg>
      <pc:sldChg chg="modSp mod modTransition">
        <pc:chgData name="Papa Mamadou Ndao" userId="cd818a80116a3398" providerId="LiveId" clId="{AD1A096A-8F28-4394-868A-DB5EC680F6EF}" dt="2026-06-21T10:35:30.910" v="861"/>
        <pc:sldMkLst>
          <pc:docMk/>
          <pc:sldMk cId="0" sldId="258"/>
        </pc:sldMkLst>
        <pc:spChg chg="mod">
          <ac:chgData name="Papa Mamadou Ndao" userId="cd818a80116a3398" providerId="LiveId" clId="{AD1A096A-8F28-4394-868A-DB5EC680F6EF}" dt="2026-06-21T10:04:01.933" v="612" actId="17032"/>
          <ac:spMkLst>
            <pc:docMk/>
            <pc:sldMk cId="0" sldId="258"/>
            <ac:spMk id="4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03:45.885" v="611" actId="17032"/>
          <ac:spMkLst>
            <pc:docMk/>
            <pc:sldMk cId="0" sldId="258"/>
            <ac:spMk id="8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04:11.980" v="613" actId="17032"/>
          <ac:spMkLst>
            <pc:docMk/>
            <pc:sldMk cId="0" sldId="258"/>
            <ac:spMk id="12" creationId="{00000000-0000-0000-0000-000000000000}"/>
          </ac:spMkLst>
        </pc:spChg>
      </pc:sldChg>
      <pc:sldChg chg="addSp delSp modSp mod modTransition">
        <pc:chgData name="Papa Mamadou Ndao" userId="cd818a80116a3398" providerId="LiveId" clId="{AD1A096A-8F28-4394-868A-DB5EC680F6EF}" dt="2026-06-21T10:35:30.910" v="861"/>
        <pc:sldMkLst>
          <pc:docMk/>
          <pc:sldMk cId="0" sldId="259"/>
        </pc:sldMkLst>
        <pc:spChg chg="del">
          <ac:chgData name="Papa Mamadou Ndao" userId="cd818a80116a3398" providerId="LiveId" clId="{AD1A096A-8F28-4394-868A-DB5EC680F6EF}" dt="2026-06-21T09:52:29.156" v="473" actId="21"/>
          <ac:spMkLst>
            <pc:docMk/>
            <pc:sldMk cId="0" sldId="259"/>
            <ac:spMk id="2" creationId="{00000000-0000-0000-0000-000000000000}"/>
          </ac:spMkLst>
        </pc:spChg>
        <pc:spChg chg="del">
          <ac:chgData name="Papa Mamadou Ndao" userId="cd818a80116a3398" providerId="LiveId" clId="{AD1A096A-8F28-4394-868A-DB5EC680F6EF}" dt="2026-06-21T09:52:29.156" v="473" actId="21"/>
          <ac:spMkLst>
            <pc:docMk/>
            <pc:sldMk cId="0" sldId="259"/>
            <ac:spMk id="5" creationId="{00000000-0000-0000-0000-000000000000}"/>
          </ac:spMkLst>
        </pc:spChg>
        <pc:spChg chg="del">
          <ac:chgData name="Papa Mamadou Ndao" userId="cd818a80116a3398" providerId="LiveId" clId="{AD1A096A-8F28-4394-868A-DB5EC680F6EF}" dt="2026-06-21T09:52:29.156" v="473" actId="21"/>
          <ac:spMkLst>
            <pc:docMk/>
            <pc:sldMk cId="0" sldId="259"/>
            <ac:spMk id="7" creationId="{00000000-0000-0000-0000-000000000000}"/>
          </ac:spMkLst>
        </pc:spChg>
        <pc:spChg chg="del">
          <ac:chgData name="Papa Mamadou Ndao" userId="cd818a80116a3398" providerId="LiveId" clId="{AD1A096A-8F28-4394-868A-DB5EC680F6EF}" dt="2026-06-21T09:52:29.156" v="473" actId="21"/>
          <ac:spMkLst>
            <pc:docMk/>
            <pc:sldMk cId="0" sldId="259"/>
            <ac:spMk id="8" creationId="{00000000-0000-0000-0000-000000000000}"/>
          </ac:spMkLst>
        </pc:spChg>
        <pc:spChg chg="del">
          <ac:chgData name="Papa Mamadou Ndao" userId="cd818a80116a3398" providerId="LiveId" clId="{AD1A096A-8F28-4394-868A-DB5EC680F6EF}" dt="2026-06-21T09:52:29.156" v="473" actId="21"/>
          <ac:spMkLst>
            <pc:docMk/>
            <pc:sldMk cId="0" sldId="259"/>
            <ac:spMk id="11" creationId="{00000000-0000-0000-0000-000000000000}"/>
          </ac:spMkLst>
        </pc:spChg>
        <pc:spChg chg="del">
          <ac:chgData name="Papa Mamadou Ndao" userId="cd818a80116a3398" providerId="LiveId" clId="{AD1A096A-8F28-4394-868A-DB5EC680F6EF}" dt="2026-06-21T09:52:29.156" v="473" actId="21"/>
          <ac:spMkLst>
            <pc:docMk/>
            <pc:sldMk cId="0" sldId="259"/>
            <ac:spMk id="12" creationId="{00000000-0000-0000-0000-000000000000}"/>
          </ac:spMkLst>
        </pc:spChg>
        <pc:spChg chg="add">
          <ac:chgData name="Papa Mamadou Ndao" userId="cd818a80116a3398" providerId="LiveId" clId="{AD1A096A-8F28-4394-868A-DB5EC680F6EF}" dt="2026-06-21T09:52:30.206" v="474" actId="22"/>
          <ac:spMkLst>
            <pc:docMk/>
            <pc:sldMk cId="0" sldId="259"/>
            <ac:spMk id="14" creationId="{60A68143-0F38-D1AC-951B-5B19E195A2B2}"/>
          </ac:spMkLst>
        </pc:spChg>
        <pc:spChg chg="del">
          <ac:chgData name="Papa Mamadou Ndao" userId="cd818a80116a3398" providerId="LiveId" clId="{AD1A096A-8F28-4394-868A-DB5EC680F6EF}" dt="2026-06-21T09:52:29.156" v="473" actId="21"/>
          <ac:spMkLst>
            <pc:docMk/>
            <pc:sldMk cId="0" sldId="259"/>
            <ac:spMk id="17" creationId="{00000000-0000-0000-0000-000000000000}"/>
          </ac:spMkLst>
        </pc:spChg>
        <pc:spChg chg="add del">
          <ac:chgData name="Papa Mamadou Ndao" userId="cd818a80116a3398" providerId="LiveId" clId="{AD1A096A-8F28-4394-868A-DB5EC680F6EF}" dt="2026-06-21T09:52:32.310" v="475" actId="21"/>
          <ac:spMkLst>
            <pc:docMk/>
            <pc:sldMk cId="0" sldId="259"/>
            <ac:spMk id="18" creationId="{9739D431-8B36-036F-2380-A1E6A2167A0C}"/>
          </ac:spMkLst>
        </pc:spChg>
        <pc:spChg chg="del">
          <ac:chgData name="Papa Mamadou Ndao" userId="cd818a80116a3398" providerId="LiveId" clId="{AD1A096A-8F28-4394-868A-DB5EC680F6EF}" dt="2026-06-21T09:52:29.156" v="473" actId="21"/>
          <ac:spMkLst>
            <pc:docMk/>
            <pc:sldMk cId="0" sldId="259"/>
            <ac:spMk id="21" creationId="{00000000-0000-0000-0000-000000000000}"/>
          </ac:spMkLst>
        </pc:spChg>
        <pc:spChg chg="del">
          <ac:chgData name="Papa Mamadou Ndao" userId="cd818a80116a3398" providerId="LiveId" clId="{AD1A096A-8F28-4394-868A-DB5EC680F6EF}" dt="2026-06-21T09:52:29.156" v="473" actId="21"/>
          <ac:spMkLst>
            <pc:docMk/>
            <pc:sldMk cId="0" sldId="259"/>
            <ac:spMk id="23" creationId="{00000000-0000-0000-0000-000000000000}"/>
          </ac:spMkLst>
        </pc:spChg>
        <pc:spChg chg="del">
          <ac:chgData name="Papa Mamadou Ndao" userId="cd818a80116a3398" providerId="LiveId" clId="{AD1A096A-8F28-4394-868A-DB5EC680F6EF}" dt="2026-06-21T09:52:29.156" v="473" actId="21"/>
          <ac:spMkLst>
            <pc:docMk/>
            <pc:sldMk cId="0" sldId="259"/>
            <ac:spMk id="29" creationId="{00000000-0000-0000-0000-000000000000}"/>
          </ac:spMkLst>
        </pc:spChg>
        <pc:spChg chg="add del">
          <ac:chgData name="Papa Mamadou Ndao" userId="cd818a80116a3398" providerId="LiveId" clId="{AD1A096A-8F28-4394-868A-DB5EC680F6EF}" dt="2026-06-21T09:52:32.310" v="475" actId="21"/>
          <ac:spMkLst>
            <pc:docMk/>
            <pc:sldMk cId="0" sldId="259"/>
            <ac:spMk id="34" creationId="{C6E7391B-6CEE-8DEE-8C70-10EA24223D74}"/>
          </ac:spMkLst>
        </pc:spChg>
        <pc:spChg chg="add del">
          <ac:chgData name="Papa Mamadou Ndao" userId="cd818a80116a3398" providerId="LiveId" clId="{AD1A096A-8F28-4394-868A-DB5EC680F6EF}" dt="2026-06-21T09:52:32.310" v="475" actId="21"/>
          <ac:spMkLst>
            <pc:docMk/>
            <pc:sldMk cId="0" sldId="259"/>
            <ac:spMk id="40" creationId="{5225638E-6C78-A7F9-B467-3667DD986453}"/>
          </ac:spMkLst>
        </pc:spChg>
        <pc:spChg chg="add del">
          <ac:chgData name="Papa Mamadou Ndao" userId="cd818a80116a3398" providerId="LiveId" clId="{AD1A096A-8F28-4394-868A-DB5EC680F6EF}" dt="2026-06-21T09:52:32.310" v="475" actId="21"/>
          <ac:spMkLst>
            <pc:docMk/>
            <pc:sldMk cId="0" sldId="259"/>
            <ac:spMk id="42" creationId="{57D75256-D9A0-D2E7-46AA-4F8D1B3789E4}"/>
          </ac:spMkLst>
        </pc:spChg>
        <pc:spChg chg="add del">
          <ac:chgData name="Papa Mamadou Ndao" userId="cd818a80116a3398" providerId="LiveId" clId="{AD1A096A-8F28-4394-868A-DB5EC680F6EF}" dt="2026-06-21T09:52:32.310" v="475" actId="21"/>
          <ac:spMkLst>
            <pc:docMk/>
            <pc:sldMk cId="0" sldId="259"/>
            <ac:spMk id="46" creationId="{2C3E0017-6683-87A3-D067-6525C2D0726E}"/>
          </ac:spMkLst>
        </pc:spChg>
        <pc:spChg chg="del">
          <ac:chgData name="Papa Mamadou Ndao" userId="cd818a80116a3398" providerId="LiveId" clId="{AD1A096A-8F28-4394-868A-DB5EC680F6EF}" dt="2026-06-21T09:52:32.310" v="475" actId="21"/>
          <ac:spMkLst>
            <pc:docMk/>
            <pc:sldMk cId="0" sldId="259"/>
            <ac:spMk id="50" creationId="{F9F8EB46-21E6-FD25-BD13-EABD4E963229}"/>
          </ac:spMkLst>
        </pc:spChg>
        <pc:spChg chg="add del">
          <ac:chgData name="Papa Mamadou Ndao" userId="cd818a80116a3398" providerId="LiveId" clId="{AD1A096A-8F28-4394-868A-DB5EC680F6EF}" dt="2026-06-21T09:52:32.310" v="475" actId="21"/>
          <ac:spMkLst>
            <pc:docMk/>
            <pc:sldMk cId="0" sldId="259"/>
            <ac:spMk id="52" creationId="{9F3F6F48-7D41-D1FB-C13A-D47D118765A1}"/>
          </ac:spMkLst>
        </pc:spChg>
        <pc:spChg chg="add del">
          <ac:chgData name="Papa Mamadou Ndao" userId="cd818a80116a3398" providerId="LiveId" clId="{AD1A096A-8F28-4394-868A-DB5EC680F6EF}" dt="2026-06-21T09:52:32.310" v="475" actId="21"/>
          <ac:spMkLst>
            <pc:docMk/>
            <pc:sldMk cId="0" sldId="259"/>
            <ac:spMk id="54" creationId="{1005B8C3-8179-57DA-74D8-61E94C1E96AA}"/>
          </ac:spMkLst>
        </pc:spChg>
        <pc:spChg chg="add del">
          <ac:chgData name="Papa Mamadou Ndao" userId="cd818a80116a3398" providerId="LiveId" clId="{AD1A096A-8F28-4394-868A-DB5EC680F6EF}" dt="2026-06-21T09:52:32.310" v="475" actId="21"/>
          <ac:spMkLst>
            <pc:docMk/>
            <pc:sldMk cId="0" sldId="259"/>
            <ac:spMk id="56" creationId="{7606C19F-6A54-E4E4-A668-DF04B307C16C}"/>
          </ac:spMkLst>
        </pc:spChg>
        <pc:spChg chg="add del">
          <ac:chgData name="Papa Mamadou Ndao" userId="cd818a80116a3398" providerId="LiveId" clId="{AD1A096A-8F28-4394-868A-DB5EC680F6EF}" dt="2026-06-21T09:52:32.310" v="475" actId="21"/>
          <ac:spMkLst>
            <pc:docMk/>
            <pc:sldMk cId="0" sldId="259"/>
            <ac:spMk id="58" creationId="{1B845E2C-6579-D80D-CC69-5A0C1775D099}"/>
          </ac:spMkLst>
        </pc:spChg>
        <pc:spChg chg="add">
          <ac:chgData name="Papa Mamadou Ndao" userId="cd818a80116a3398" providerId="LiveId" clId="{AD1A096A-8F28-4394-868A-DB5EC680F6EF}" dt="2026-06-21T09:52:43.012" v="476" actId="22"/>
          <ac:spMkLst>
            <pc:docMk/>
            <pc:sldMk cId="0" sldId="259"/>
            <ac:spMk id="60" creationId="{86B26824-0ADC-33F5-34F6-F55C09D4461C}"/>
          </ac:spMkLst>
        </pc:spChg>
        <pc:spChg chg="mod">
          <ac:chgData name="Papa Mamadou Ndao" userId="cd818a80116a3398" providerId="LiveId" clId="{AD1A096A-8F28-4394-868A-DB5EC680F6EF}" dt="2026-06-21T09:55:07.036" v="555" actId="255"/>
          <ac:spMkLst>
            <pc:docMk/>
            <pc:sldMk cId="0" sldId="259"/>
            <ac:spMk id="62" creationId="{BC59AA80-61E9-478D-4B92-7EEACCC93637}"/>
          </ac:spMkLst>
        </pc:spChg>
        <pc:spChg chg="add">
          <ac:chgData name="Papa Mamadou Ndao" userId="cd818a80116a3398" providerId="LiveId" clId="{AD1A096A-8F28-4394-868A-DB5EC680F6EF}" dt="2026-06-21T09:52:43.012" v="476" actId="22"/>
          <ac:spMkLst>
            <pc:docMk/>
            <pc:sldMk cId="0" sldId="259"/>
            <ac:spMk id="64" creationId="{2C07C347-FC06-52B2-1F11-AE74E3A361F1}"/>
          </ac:spMkLst>
        </pc:spChg>
        <pc:spChg chg="add">
          <ac:chgData name="Papa Mamadou Ndao" userId="cd818a80116a3398" providerId="LiveId" clId="{AD1A096A-8F28-4394-868A-DB5EC680F6EF}" dt="2026-06-21T09:52:43.012" v="476" actId="22"/>
          <ac:spMkLst>
            <pc:docMk/>
            <pc:sldMk cId="0" sldId="259"/>
            <ac:spMk id="68" creationId="{D600A405-4594-788A-7E8A-331E34BCADBE}"/>
          </ac:spMkLst>
        </pc:spChg>
        <pc:spChg chg="add">
          <ac:chgData name="Papa Mamadou Ndao" userId="cd818a80116a3398" providerId="LiveId" clId="{AD1A096A-8F28-4394-868A-DB5EC680F6EF}" dt="2026-06-21T09:52:43.012" v="476" actId="22"/>
          <ac:spMkLst>
            <pc:docMk/>
            <pc:sldMk cId="0" sldId="259"/>
            <ac:spMk id="70" creationId="{13A4E36D-DF10-1E25-DDC3-04DC97A753E0}"/>
          </ac:spMkLst>
        </pc:spChg>
        <pc:spChg chg="add">
          <ac:chgData name="Papa Mamadou Ndao" userId="cd818a80116a3398" providerId="LiveId" clId="{AD1A096A-8F28-4394-868A-DB5EC680F6EF}" dt="2026-06-21T09:52:43.012" v="476" actId="22"/>
          <ac:spMkLst>
            <pc:docMk/>
            <pc:sldMk cId="0" sldId="259"/>
            <ac:spMk id="72" creationId="{DC229988-BDB7-CB5C-2409-FF3A89500EF6}"/>
          </ac:spMkLst>
        </pc:spChg>
        <pc:spChg chg="add">
          <ac:chgData name="Papa Mamadou Ndao" userId="cd818a80116a3398" providerId="LiveId" clId="{AD1A096A-8F28-4394-868A-DB5EC680F6EF}" dt="2026-06-21T09:52:43.012" v="476" actId="22"/>
          <ac:spMkLst>
            <pc:docMk/>
            <pc:sldMk cId="0" sldId="259"/>
            <ac:spMk id="74" creationId="{5E81193E-56BF-D620-22E4-C5AC129FA59E}"/>
          </ac:spMkLst>
        </pc:spChg>
        <pc:spChg chg="add">
          <ac:chgData name="Papa Mamadou Ndao" userId="cd818a80116a3398" providerId="LiveId" clId="{AD1A096A-8F28-4394-868A-DB5EC680F6EF}" dt="2026-06-21T09:52:43.012" v="476" actId="22"/>
          <ac:spMkLst>
            <pc:docMk/>
            <pc:sldMk cId="0" sldId="259"/>
            <ac:spMk id="76" creationId="{04CC9141-6ED7-D180-A3F7-86080E10DB8B}"/>
          </ac:spMkLst>
        </pc:spChg>
        <pc:spChg chg="add mod">
          <ac:chgData name="Papa Mamadou Ndao" userId="cd818a80116a3398" providerId="LiveId" clId="{AD1A096A-8F28-4394-868A-DB5EC680F6EF}" dt="2026-06-21T09:56:44.273" v="567" actId="255"/>
          <ac:spMkLst>
            <pc:docMk/>
            <pc:sldMk cId="0" sldId="259"/>
            <ac:spMk id="80" creationId="{AC383584-179F-AC10-E404-C576CC87974A}"/>
          </ac:spMkLst>
        </pc:spChg>
        <pc:spChg chg="mod">
          <ac:chgData name="Papa Mamadou Ndao" userId="cd818a80116a3398" providerId="LiveId" clId="{AD1A096A-8F28-4394-868A-DB5EC680F6EF}" dt="2026-06-21T09:56:24.658" v="565"/>
          <ac:spMkLst>
            <pc:docMk/>
            <pc:sldMk cId="0" sldId="259"/>
            <ac:spMk id="82" creationId="{E77CFC3C-4331-2D2C-47A5-66EB135CABD4}"/>
          </ac:spMkLst>
        </pc:spChg>
        <pc:spChg chg="mod">
          <ac:chgData name="Papa Mamadou Ndao" userId="cd818a80116a3398" providerId="LiveId" clId="{AD1A096A-8F28-4394-868A-DB5EC680F6EF}" dt="2026-06-21T09:58:45.146" v="581" actId="14100"/>
          <ac:spMkLst>
            <pc:docMk/>
            <pc:sldMk cId="0" sldId="259"/>
            <ac:spMk id="84" creationId="{87F4D1D9-5A06-DA0D-BD6A-576D5F0B6346}"/>
          </ac:spMkLst>
        </pc:spChg>
        <pc:spChg chg="mod">
          <ac:chgData name="Papa Mamadou Ndao" userId="cd818a80116a3398" providerId="LiveId" clId="{AD1A096A-8F28-4394-868A-DB5EC680F6EF}" dt="2026-06-21T09:57:10.757" v="569" actId="1076"/>
          <ac:spMkLst>
            <pc:docMk/>
            <pc:sldMk cId="0" sldId="259"/>
            <ac:spMk id="86" creationId="{108FFC15-39F0-6CC5-EE26-616235F95D70}"/>
          </ac:spMkLst>
        </pc:spChg>
        <pc:spChg chg="mod">
          <ac:chgData name="Papa Mamadou Ndao" userId="cd818a80116a3398" providerId="LiveId" clId="{AD1A096A-8F28-4394-868A-DB5EC680F6EF}" dt="2026-06-21T09:57:23.277" v="571" actId="1076"/>
          <ac:spMkLst>
            <pc:docMk/>
            <pc:sldMk cId="0" sldId="259"/>
            <ac:spMk id="88" creationId="{6A5A9159-1AEA-7CCD-503E-7E1930C769D0}"/>
          </ac:spMkLst>
        </pc:spChg>
        <pc:spChg chg="add mod">
          <ac:chgData name="Papa Mamadou Ndao" userId="cd818a80116a3398" providerId="LiveId" clId="{AD1A096A-8F28-4394-868A-DB5EC680F6EF}" dt="2026-06-21T09:57:33.735" v="572" actId="1076"/>
          <ac:spMkLst>
            <pc:docMk/>
            <pc:sldMk cId="0" sldId="259"/>
            <ac:spMk id="90" creationId="{C9997D62-4A83-C458-534D-467314E73667}"/>
          </ac:spMkLst>
        </pc:spChg>
        <pc:spChg chg="add mod">
          <ac:chgData name="Papa Mamadou Ndao" userId="cd818a80116a3398" providerId="LiveId" clId="{AD1A096A-8F28-4394-868A-DB5EC680F6EF}" dt="2026-06-21T09:57:39.680" v="573" actId="1076"/>
          <ac:spMkLst>
            <pc:docMk/>
            <pc:sldMk cId="0" sldId="259"/>
            <ac:spMk id="92" creationId="{166D9E00-0E77-13AA-E718-0ABA0D7BE502}"/>
          </ac:spMkLst>
        </pc:spChg>
        <pc:spChg chg="del mod">
          <ac:chgData name="Papa Mamadou Ndao" userId="cd818a80116a3398" providerId="LiveId" clId="{AD1A096A-8F28-4394-868A-DB5EC680F6EF}" dt="2026-06-21T09:53:50.282" v="532" actId="478"/>
          <ac:spMkLst>
            <pc:docMk/>
            <pc:sldMk cId="0" sldId="259"/>
            <ac:spMk id="94" creationId="{9CB5670B-E120-67AC-E840-7A4E3C478D06}"/>
          </ac:spMkLst>
        </pc:spChg>
        <pc:spChg chg="mod">
          <ac:chgData name="Papa Mamadou Ndao" userId="cd818a80116a3398" providerId="LiveId" clId="{AD1A096A-8F28-4394-868A-DB5EC680F6EF}" dt="2026-06-21T09:57:43.936" v="574" actId="1076"/>
          <ac:spMkLst>
            <pc:docMk/>
            <pc:sldMk cId="0" sldId="259"/>
            <ac:spMk id="96" creationId="{A8808121-2358-1114-9D5A-0275AE45F4DE}"/>
          </ac:spMkLst>
        </pc:spChg>
        <pc:spChg chg="add mod">
          <ac:chgData name="Papa Mamadou Ndao" userId="cd818a80116a3398" providerId="LiveId" clId="{AD1A096A-8F28-4394-868A-DB5EC680F6EF}" dt="2026-06-21T09:58:04.583" v="575" actId="767"/>
          <ac:spMkLst>
            <pc:docMk/>
            <pc:sldMk cId="0" sldId="259"/>
            <ac:spMk id="97" creationId="{D8A8E3FF-40C3-D741-08A4-E38EDC66F4B1}"/>
          </ac:spMkLst>
        </pc:spChg>
        <pc:spChg chg="add del mod">
          <ac:chgData name="Papa Mamadou Ndao" userId="cd818a80116a3398" providerId="LiveId" clId="{AD1A096A-8F28-4394-868A-DB5EC680F6EF}" dt="2026-06-21T09:58:46.348" v="583" actId="11529"/>
          <ac:spMkLst>
            <pc:docMk/>
            <pc:sldMk cId="0" sldId="259"/>
            <ac:spMk id="98" creationId="{6F58A547-CD45-276A-5939-F9219536E20E}"/>
          </ac:spMkLst>
        </pc:spChg>
        <pc:spChg chg="add mod">
          <ac:chgData name="Papa Mamadou Ndao" userId="cd818a80116a3398" providerId="LiveId" clId="{AD1A096A-8F28-4394-868A-DB5EC680F6EF}" dt="2026-06-21T10:00:42.787" v="588" actId="208"/>
          <ac:spMkLst>
            <pc:docMk/>
            <pc:sldMk cId="0" sldId="259"/>
            <ac:spMk id="99" creationId="{DFE39B5D-FFDE-024D-7C27-96076EA856C0}"/>
          </ac:spMkLst>
        </pc:spChg>
        <pc:spChg chg="add mod">
          <ac:chgData name="Papa Mamadou Ndao" userId="cd818a80116a3398" providerId="LiveId" clId="{AD1A096A-8F28-4394-868A-DB5EC680F6EF}" dt="2026-06-21T10:23:09.176" v="792" actId="207"/>
          <ac:spMkLst>
            <pc:docMk/>
            <pc:sldMk cId="0" sldId="259"/>
            <ac:spMk id="100" creationId="{E0DACB13-33FD-6807-B48E-7F3EC546CD67}"/>
          </ac:spMkLst>
        </pc:spChg>
      </pc:sldChg>
      <pc:sldChg chg="delSp modSp mod modTransition">
        <pc:chgData name="Papa Mamadou Ndao" userId="cd818a80116a3398" providerId="LiveId" clId="{AD1A096A-8F28-4394-868A-DB5EC680F6EF}" dt="2026-06-21T10:42:52.053" v="912" actId="20577"/>
        <pc:sldMkLst>
          <pc:docMk/>
          <pc:sldMk cId="0" sldId="260"/>
        </pc:sldMkLst>
        <pc:spChg chg="del">
          <ac:chgData name="Papa Mamadou Ndao" userId="cd818a80116a3398" providerId="LiveId" clId="{AD1A096A-8F28-4394-868A-DB5EC680F6EF}" dt="2026-06-21T10:01:16.577" v="591" actId="478"/>
          <ac:spMkLst>
            <pc:docMk/>
            <pc:sldMk cId="0" sldId="260"/>
            <ac:spMk id="3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42:26.428" v="904" actId="17032"/>
          <ac:spMkLst>
            <pc:docMk/>
            <pc:sldMk cId="0" sldId="260"/>
            <ac:spMk id="4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42:30.388" v="905" actId="17032"/>
          <ac:spMkLst>
            <pc:docMk/>
            <pc:sldMk cId="0" sldId="260"/>
            <ac:spMk id="7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42:34.758" v="906" actId="17032"/>
          <ac:spMkLst>
            <pc:docMk/>
            <pc:sldMk cId="0" sldId="260"/>
            <ac:spMk id="10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42:38.633" v="907" actId="17032"/>
          <ac:spMkLst>
            <pc:docMk/>
            <pc:sldMk cId="0" sldId="260"/>
            <ac:spMk id="13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42:43.200" v="908" actId="17032"/>
          <ac:spMkLst>
            <pc:docMk/>
            <pc:sldMk cId="0" sldId="260"/>
            <ac:spMk id="16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42:52.053" v="912" actId="20577"/>
          <ac:spMkLst>
            <pc:docMk/>
            <pc:sldMk cId="0" sldId="260"/>
            <ac:spMk id="18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02:42.856" v="610" actId="255"/>
          <ac:spMkLst>
            <pc:docMk/>
            <pc:sldMk cId="0" sldId="260"/>
            <ac:spMk id="19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01:57.588" v="598" actId="20577"/>
          <ac:spMkLst>
            <pc:docMk/>
            <pc:sldMk cId="0" sldId="260"/>
            <ac:spMk id="21" creationId="{00000000-0000-0000-0000-000000000000}"/>
          </ac:spMkLst>
        </pc:spChg>
      </pc:sldChg>
      <pc:sldChg chg="modSp mod modTransition">
        <pc:chgData name="Papa Mamadou Ndao" userId="cd818a80116a3398" providerId="LiveId" clId="{AD1A096A-8F28-4394-868A-DB5EC680F6EF}" dt="2026-06-21T10:35:30.910" v="861"/>
        <pc:sldMkLst>
          <pc:docMk/>
          <pc:sldMk cId="0" sldId="261"/>
        </pc:sldMkLst>
        <pc:spChg chg="mod">
          <ac:chgData name="Papa Mamadou Ndao" userId="cd818a80116a3398" providerId="LiveId" clId="{AD1A096A-8F28-4394-868A-DB5EC680F6EF}" dt="2026-06-21T10:04:39.918" v="625" actId="20577"/>
          <ac:spMkLst>
            <pc:docMk/>
            <pc:sldMk cId="0" sldId="261"/>
            <ac:spMk id="9" creationId="{00000000-0000-0000-0000-000000000000}"/>
          </ac:spMkLst>
        </pc:spChg>
      </pc:sldChg>
      <pc:sldChg chg="modTransition">
        <pc:chgData name="Papa Mamadou Ndao" userId="cd818a80116a3398" providerId="LiveId" clId="{AD1A096A-8F28-4394-868A-DB5EC680F6EF}" dt="2026-06-21T10:35:30.910" v="861"/>
        <pc:sldMkLst>
          <pc:docMk/>
          <pc:sldMk cId="0" sldId="262"/>
        </pc:sldMkLst>
      </pc:sldChg>
      <pc:sldChg chg="modTransition">
        <pc:chgData name="Papa Mamadou Ndao" userId="cd818a80116a3398" providerId="LiveId" clId="{AD1A096A-8F28-4394-868A-DB5EC680F6EF}" dt="2026-06-21T10:35:30.910" v="861"/>
        <pc:sldMkLst>
          <pc:docMk/>
          <pc:sldMk cId="0" sldId="263"/>
        </pc:sldMkLst>
      </pc:sldChg>
      <pc:sldChg chg="delSp modSp mod modTransition">
        <pc:chgData name="Papa Mamadou Ndao" userId="cd818a80116a3398" providerId="LiveId" clId="{AD1A096A-8F28-4394-868A-DB5EC680F6EF}" dt="2026-06-21T10:42:08.851" v="903" actId="17032"/>
        <pc:sldMkLst>
          <pc:docMk/>
          <pc:sldMk cId="0" sldId="264"/>
        </pc:sldMkLst>
        <pc:spChg chg="del">
          <ac:chgData name="Papa Mamadou Ndao" userId="cd818a80116a3398" providerId="LiveId" clId="{AD1A096A-8F28-4394-868A-DB5EC680F6EF}" dt="2026-06-21T10:05:28.190" v="626" actId="478"/>
          <ac:spMkLst>
            <pc:docMk/>
            <pc:sldMk cId="0" sldId="264"/>
            <ac:spMk id="3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41:25.243" v="894" actId="17032"/>
          <ac:spMkLst>
            <pc:docMk/>
            <pc:sldMk cId="0" sldId="264"/>
            <ac:spMk id="8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41:36.163" v="898" actId="20577"/>
          <ac:spMkLst>
            <pc:docMk/>
            <pc:sldMk cId="0" sldId="264"/>
            <ac:spMk id="10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41:44.616" v="899" actId="17032"/>
          <ac:spMkLst>
            <pc:docMk/>
            <pc:sldMk cId="0" sldId="264"/>
            <ac:spMk id="11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41:52.001" v="900" actId="17032"/>
          <ac:spMkLst>
            <pc:docMk/>
            <pc:sldMk cId="0" sldId="264"/>
            <ac:spMk id="14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41:58.042" v="901" actId="17032"/>
          <ac:spMkLst>
            <pc:docMk/>
            <pc:sldMk cId="0" sldId="264"/>
            <ac:spMk id="17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42:01.877" v="902" actId="17032"/>
          <ac:spMkLst>
            <pc:docMk/>
            <pc:sldMk cId="0" sldId="264"/>
            <ac:spMk id="20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42:08.851" v="903" actId="17032"/>
          <ac:spMkLst>
            <pc:docMk/>
            <pc:sldMk cId="0" sldId="264"/>
            <ac:spMk id="23" creationId="{00000000-0000-0000-0000-000000000000}"/>
          </ac:spMkLst>
        </pc:spChg>
      </pc:sldChg>
      <pc:sldChg chg="delSp modSp mod modTransition">
        <pc:chgData name="Papa Mamadou Ndao" userId="cd818a80116a3398" providerId="LiveId" clId="{AD1A096A-8F28-4394-868A-DB5EC680F6EF}" dt="2026-06-21T10:39:19.220" v="881" actId="17032"/>
        <pc:sldMkLst>
          <pc:docMk/>
          <pc:sldMk cId="0" sldId="265"/>
        </pc:sldMkLst>
        <pc:spChg chg="mod">
          <ac:chgData name="Papa Mamadou Ndao" userId="cd818a80116a3398" providerId="LiveId" clId="{AD1A096A-8F28-4394-868A-DB5EC680F6EF}" dt="2026-06-21T10:06:19.453" v="631" actId="20577"/>
          <ac:spMkLst>
            <pc:docMk/>
            <pc:sldMk cId="0" sldId="265"/>
            <ac:spMk id="2" creationId="{00000000-0000-0000-0000-000000000000}"/>
          </ac:spMkLst>
        </pc:spChg>
        <pc:spChg chg="del">
          <ac:chgData name="Papa Mamadou Ndao" userId="cd818a80116a3398" providerId="LiveId" clId="{AD1A096A-8F28-4394-868A-DB5EC680F6EF}" dt="2026-06-21T10:06:30.634" v="632" actId="478"/>
          <ac:spMkLst>
            <pc:docMk/>
            <pc:sldMk cId="0" sldId="265"/>
            <ac:spMk id="3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38:21.403" v="872" actId="17032"/>
          <ac:spMkLst>
            <pc:docMk/>
            <pc:sldMk cId="0" sldId="265"/>
            <ac:spMk id="5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38:27.415" v="873" actId="17032"/>
          <ac:spMkLst>
            <pc:docMk/>
            <pc:sldMk cId="0" sldId="265"/>
            <ac:spMk id="7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38:31.658" v="874" actId="17032"/>
          <ac:spMkLst>
            <pc:docMk/>
            <pc:sldMk cId="0" sldId="265"/>
            <ac:spMk id="9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38:35.420" v="875" actId="17032"/>
          <ac:spMkLst>
            <pc:docMk/>
            <pc:sldMk cId="0" sldId="265"/>
            <ac:spMk id="11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38:53.918" v="876" actId="17032"/>
          <ac:spMkLst>
            <pc:docMk/>
            <pc:sldMk cId="0" sldId="265"/>
            <ac:spMk id="13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39:01.284" v="877" actId="17032"/>
          <ac:spMkLst>
            <pc:docMk/>
            <pc:sldMk cId="0" sldId="265"/>
            <ac:spMk id="16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39:07.244" v="878" actId="17032"/>
          <ac:spMkLst>
            <pc:docMk/>
            <pc:sldMk cId="0" sldId="265"/>
            <ac:spMk id="19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39:11.840" v="879" actId="17032"/>
          <ac:spMkLst>
            <pc:docMk/>
            <pc:sldMk cId="0" sldId="265"/>
            <ac:spMk id="22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39:15.458" v="880" actId="17032"/>
          <ac:spMkLst>
            <pc:docMk/>
            <pc:sldMk cId="0" sldId="265"/>
            <ac:spMk id="25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39:19.220" v="881" actId="17032"/>
          <ac:spMkLst>
            <pc:docMk/>
            <pc:sldMk cId="0" sldId="265"/>
            <ac:spMk id="28" creationId="{00000000-0000-0000-0000-000000000000}"/>
          </ac:spMkLst>
        </pc:spChg>
      </pc:sldChg>
      <pc:sldChg chg="addSp delSp modSp mod modTransition">
        <pc:chgData name="Papa Mamadou Ndao" userId="cd818a80116a3398" providerId="LiveId" clId="{AD1A096A-8F28-4394-868A-DB5EC680F6EF}" dt="2026-06-21T10:35:30.910" v="861"/>
        <pc:sldMkLst>
          <pc:docMk/>
          <pc:sldMk cId="0" sldId="266"/>
        </pc:sldMkLst>
        <pc:spChg chg="del">
          <ac:chgData name="Papa Mamadou Ndao" userId="cd818a80116a3398" providerId="LiveId" clId="{AD1A096A-8F28-4394-868A-DB5EC680F6EF}" dt="2026-06-21T10:12:38.089" v="715" actId="478"/>
          <ac:spMkLst>
            <pc:docMk/>
            <pc:sldMk cId="0" sldId="266"/>
            <ac:spMk id="3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12:47.681" v="725" actId="20577"/>
          <ac:spMkLst>
            <pc:docMk/>
            <pc:sldMk cId="0" sldId="266"/>
            <ac:spMk id="4" creationId="{00000000-0000-0000-0000-000000000000}"/>
          </ac:spMkLst>
        </pc:spChg>
        <pc:spChg chg="del">
          <ac:chgData name="Papa Mamadou Ndao" userId="cd818a80116a3398" providerId="LiveId" clId="{AD1A096A-8F28-4394-868A-DB5EC680F6EF}" dt="2026-06-21T10:12:56.521" v="726" actId="478"/>
          <ac:spMkLst>
            <pc:docMk/>
            <pc:sldMk cId="0" sldId="266"/>
            <ac:spMk id="36" creationId="{00000000-0000-0000-0000-000000000000}"/>
          </ac:spMkLst>
        </pc:spChg>
        <pc:spChg chg="del">
          <ac:chgData name="Papa Mamadou Ndao" userId="cd818a80116a3398" providerId="LiveId" clId="{AD1A096A-8F28-4394-868A-DB5EC680F6EF}" dt="2026-06-21T10:12:58.866" v="727" actId="478"/>
          <ac:spMkLst>
            <pc:docMk/>
            <pc:sldMk cId="0" sldId="266"/>
            <ac:spMk id="37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12:35.792" v="714" actId="1076"/>
          <ac:spMkLst>
            <pc:docMk/>
            <pc:sldMk cId="0" sldId="266"/>
            <ac:spMk id="38" creationId="{00000000-0000-0000-0000-000000000000}"/>
          </ac:spMkLst>
        </pc:spChg>
        <pc:spChg chg="del mod">
          <ac:chgData name="Papa Mamadou Ndao" userId="cd818a80116a3398" providerId="LiveId" clId="{AD1A096A-8F28-4394-868A-DB5EC680F6EF}" dt="2026-06-21T10:11:04.984" v="705" actId="478"/>
          <ac:spMkLst>
            <pc:docMk/>
            <pc:sldMk cId="0" sldId="266"/>
            <ac:spMk id="39" creationId="{00000000-0000-0000-0000-000000000000}"/>
          </ac:spMkLst>
        </pc:spChg>
        <pc:spChg chg="del mod">
          <ac:chgData name="Papa Mamadou Ndao" userId="cd818a80116a3398" providerId="LiveId" clId="{AD1A096A-8F28-4394-868A-DB5EC680F6EF}" dt="2026-06-21T10:11:02.861" v="704" actId="478"/>
          <ac:spMkLst>
            <pc:docMk/>
            <pc:sldMk cId="0" sldId="266"/>
            <ac:spMk id="40" creationId="{00000000-0000-0000-0000-000000000000}"/>
          </ac:spMkLst>
        </pc:spChg>
        <pc:spChg chg="add mod">
          <ac:chgData name="Papa Mamadou Ndao" userId="cd818a80116a3398" providerId="LiveId" clId="{AD1A096A-8F28-4394-868A-DB5EC680F6EF}" dt="2026-06-21T10:12:29.054" v="713" actId="1076"/>
          <ac:spMkLst>
            <pc:docMk/>
            <pc:sldMk cId="0" sldId="266"/>
            <ac:spMk id="41" creationId="{CF306D46-0B51-9E37-C46F-C7208F33310C}"/>
          </ac:spMkLst>
        </pc:spChg>
        <pc:spChg chg="add mod">
          <ac:chgData name="Papa Mamadou Ndao" userId="cd818a80116a3398" providerId="LiveId" clId="{AD1A096A-8F28-4394-868A-DB5EC680F6EF}" dt="2026-06-21T10:13:37" v="732" actId="17032"/>
          <ac:spMkLst>
            <pc:docMk/>
            <pc:sldMk cId="0" sldId="266"/>
            <ac:spMk id="42" creationId="{34E809F0-3BD4-54BA-76CE-4080C88605F0}"/>
          </ac:spMkLst>
        </pc:spChg>
      </pc:sldChg>
      <pc:sldChg chg="addSp delSp modSp mod modTransition">
        <pc:chgData name="Papa Mamadou Ndao" userId="cd818a80116a3398" providerId="LiveId" clId="{AD1A096A-8F28-4394-868A-DB5EC680F6EF}" dt="2026-06-21T10:41:10.442" v="893" actId="20577"/>
        <pc:sldMkLst>
          <pc:docMk/>
          <pc:sldMk cId="0" sldId="267"/>
        </pc:sldMkLst>
        <pc:spChg chg="del">
          <ac:chgData name="Papa Mamadou Ndao" userId="cd818a80116a3398" providerId="LiveId" clId="{AD1A096A-8F28-4394-868A-DB5EC680F6EF}" dt="2026-06-21T10:14:56.959" v="733" actId="478"/>
          <ac:spMkLst>
            <pc:docMk/>
            <pc:sldMk cId="0" sldId="267"/>
            <ac:spMk id="3" creationId="{00000000-0000-0000-0000-000000000000}"/>
          </ac:spMkLst>
        </pc:spChg>
        <pc:spChg chg="del">
          <ac:chgData name="Papa Mamadou Ndao" userId="cd818a80116a3398" providerId="LiveId" clId="{AD1A096A-8F28-4394-868A-DB5EC680F6EF}" dt="2026-06-21T10:15:43.317" v="740" actId="478"/>
          <ac:spMkLst>
            <pc:docMk/>
            <pc:sldMk cId="0" sldId="267"/>
            <ac:spMk id="4" creationId="{00000000-0000-0000-0000-000000000000}"/>
          </ac:spMkLst>
        </pc:spChg>
        <pc:spChg chg="del">
          <ac:chgData name="Papa Mamadou Ndao" userId="cd818a80116a3398" providerId="LiveId" clId="{AD1A096A-8F28-4394-868A-DB5EC680F6EF}" dt="2026-06-21T10:15:41.414" v="739" actId="478"/>
          <ac:spMkLst>
            <pc:docMk/>
            <pc:sldMk cId="0" sldId="267"/>
            <ac:spMk id="5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17:07.304" v="753" actId="255"/>
          <ac:spMkLst>
            <pc:docMk/>
            <pc:sldMk cId="0" sldId="267"/>
            <ac:spMk id="6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14:58.833" v="734" actId="20577"/>
          <ac:spMkLst>
            <pc:docMk/>
            <pc:sldMk cId="0" sldId="267"/>
            <ac:spMk id="8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04T21:29:26.039" v="33" actId="20577"/>
          <ac:spMkLst>
            <pc:docMk/>
            <pc:sldMk cId="0" sldId="267"/>
            <ac:spMk id="9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15:03.546" v="737" actId="20577"/>
          <ac:spMkLst>
            <pc:docMk/>
            <pc:sldMk cId="0" sldId="267"/>
            <ac:spMk id="11" creationId="{00000000-0000-0000-0000-000000000000}"/>
          </ac:spMkLst>
        </pc:spChg>
        <pc:spChg chg="del">
          <ac:chgData name="Papa Mamadou Ndao" userId="cd818a80116a3398" providerId="LiveId" clId="{AD1A096A-8F28-4394-868A-DB5EC680F6EF}" dt="2026-06-21T10:15:47.126" v="742" actId="478"/>
          <ac:spMkLst>
            <pc:docMk/>
            <pc:sldMk cId="0" sldId="267"/>
            <ac:spMk id="13" creationId="{00000000-0000-0000-0000-000000000000}"/>
          </ac:spMkLst>
        </pc:spChg>
        <pc:spChg chg="del">
          <ac:chgData name="Papa Mamadou Ndao" userId="cd818a80116a3398" providerId="LiveId" clId="{AD1A096A-8F28-4394-868A-DB5EC680F6EF}" dt="2026-06-21T10:15:45.291" v="741" actId="478"/>
          <ac:spMkLst>
            <pc:docMk/>
            <pc:sldMk cId="0" sldId="267"/>
            <ac:spMk id="14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17:58.502" v="760" actId="1076"/>
          <ac:spMkLst>
            <pc:docMk/>
            <pc:sldMk cId="0" sldId="267"/>
            <ac:spMk id="15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15:00.603" v="735" actId="20577"/>
          <ac:spMkLst>
            <pc:docMk/>
            <pc:sldMk cId="0" sldId="267"/>
            <ac:spMk id="17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15:05.569" v="738" actId="20577"/>
          <ac:spMkLst>
            <pc:docMk/>
            <pc:sldMk cId="0" sldId="267"/>
            <ac:spMk id="20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04T21:32:31.041" v="211" actId="20577"/>
          <ac:spMkLst>
            <pc:docMk/>
            <pc:sldMk cId="0" sldId="267"/>
            <ac:spMk id="21" creationId="{00000000-0000-0000-0000-000000000000}"/>
          </ac:spMkLst>
        </pc:spChg>
        <pc:spChg chg="add mod">
          <ac:chgData name="Papa Mamadou Ndao" userId="cd818a80116a3398" providerId="LiveId" clId="{AD1A096A-8F28-4394-868A-DB5EC680F6EF}" dt="2026-06-21T10:40:47.035" v="888"/>
          <ac:spMkLst>
            <pc:docMk/>
            <pc:sldMk cId="0" sldId="267"/>
            <ac:spMk id="22" creationId="{116FC813-D651-7AF0-F8EC-2ACDF552339E}"/>
          </ac:spMkLst>
        </pc:spChg>
        <pc:spChg chg="add del mod">
          <ac:chgData name="Papa Mamadou Ndao" userId="cd818a80116a3398" providerId="LiveId" clId="{AD1A096A-8F28-4394-868A-DB5EC680F6EF}" dt="2026-06-21T10:40:59.143" v="890" actId="478"/>
          <ac:spMkLst>
            <pc:docMk/>
            <pc:sldMk cId="0" sldId="267"/>
            <ac:spMk id="24" creationId="{E18425AC-97C0-C87C-E6F0-D6579EEEC2DB}"/>
          </ac:spMkLst>
        </pc:spChg>
        <pc:spChg chg="add mod">
          <ac:chgData name="Papa Mamadou Ndao" userId="cd818a80116a3398" providerId="LiveId" clId="{AD1A096A-8F28-4394-868A-DB5EC680F6EF}" dt="2026-06-21T10:41:10.442" v="893" actId="20577"/>
          <ac:spMkLst>
            <pc:docMk/>
            <pc:sldMk cId="0" sldId="267"/>
            <ac:spMk id="26" creationId="{106D5C14-717B-95CF-9368-CF2957ABC983}"/>
          </ac:spMkLst>
        </pc:spChg>
      </pc:sldChg>
      <pc:sldChg chg="delSp modSp mod modTransition">
        <pc:chgData name="Papa Mamadou Ndao" userId="cd818a80116a3398" providerId="LiveId" clId="{AD1A096A-8F28-4394-868A-DB5EC680F6EF}" dt="2026-06-21T10:35:30.910" v="861"/>
        <pc:sldMkLst>
          <pc:docMk/>
          <pc:sldMk cId="0" sldId="268"/>
        </pc:sldMkLst>
        <pc:spChg chg="del">
          <ac:chgData name="Papa Mamadou Ndao" userId="cd818a80116a3398" providerId="LiveId" clId="{AD1A096A-8F28-4394-868A-DB5EC680F6EF}" dt="2026-06-21T10:24:20.755" v="799" actId="478"/>
          <ac:spMkLst>
            <pc:docMk/>
            <pc:sldMk cId="0" sldId="268"/>
            <ac:spMk id="3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24:30.585" v="801" actId="14100"/>
          <ac:spMkLst>
            <pc:docMk/>
            <pc:sldMk cId="0" sldId="268"/>
            <ac:spMk id="4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04T21:35:09.302" v="281" actId="20577"/>
          <ac:spMkLst>
            <pc:docMk/>
            <pc:sldMk cId="0" sldId="268"/>
            <ac:spMk id="6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24:43.075" v="802" actId="14100"/>
          <ac:spMkLst>
            <pc:docMk/>
            <pc:sldMk cId="0" sldId="268"/>
            <ac:spMk id="8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24:51.948" v="803" actId="14100"/>
          <ac:spMkLst>
            <pc:docMk/>
            <pc:sldMk cId="0" sldId="268"/>
            <ac:spMk id="12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04T21:35:31.794" v="303" actId="20577"/>
          <ac:spMkLst>
            <pc:docMk/>
            <pc:sldMk cId="0" sldId="268"/>
            <ac:spMk id="14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24:54.965" v="804" actId="14100"/>
          <ac:spMkLst>
            <pc:docMk/>
            <pc:sldMk cId="0" sldId="268"/>
            <ac:spMk id="16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23:39.300" v="794" actId="313"/>
          <ac:spMkLst>
            <pc:docMk/>
            <pc:sldMk cId="0" sldId="268"/>
            <ac:spMk id="18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25:00.328" v="805" actId="14100"/>
          <ac:spMkLst>
            <pc:docMk/>
            <pc:sldMk cId="0" sldId="268"/>
            <ac:spMk id="20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25:04.120" v="806" actId="14100"/>
          <ac:spMkLst>
            <pc:docMk/>
            <pc:sldMk cId="0" sldId="268"/>
            <ac:spMk id="24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25:08.719" v="807" actId="14100"/>
          <ac:spMkLst>
            <pc:docMk/>
            <pc:sldMk cId="0" sldId="268"/>
            <ac:spMk id="28" creationId="{00000000-0000-0000-0000-000000000000}"/>
          </ac:spMkLst>
        </pc:spChg>
      </pc:sldChg>
      <pc:sldChg chg="addSp delSp modSp mod modTransition">
        <pc:chgData name="Papa Mamadou Ndao" userId="cd818a80116a3398" providerId="LiveId" clId="{AD1A096A-8F28-4394-868A-DB5EC680F6EF}" dt="2026-06-21T10:35:30.910" v="861"/>
        <pc:sldMkLst>
          <pc:docMk/>
          <pc:sldMk cId="0" sldId="269"/>
        </pc:sldMkLst>
        <pc:spChg chg="del">
          <ac:chgData name="Papa Mamadou Ndao" userId="cd818a80116a3398" providerId="LiveId" clId="{AD1A096A-8F28-4394-868A-DB5EC680F6EF}" dt="2026-06-21T10:25:50.909" v="808" actId="478"/>
          <ac:spMkLst>
            <pc:docMk/>
            <pc:sldMk cId="0" sldId="269"/>
            <ac:spMk id="2" creationId="{00000000-0000-0000-0000-000000000000}"/>
          </ac:spMkLst>
        </pc:spChg>
        <pc:spChg chg="del">
          <ac:chgData name="Papa Mamadou Ndao" userId="cd818a80116a3398" providerId="LiveId" clId="{AD1A096A-8F28-4394-868A-DB5EC680F6EF}" dt="2026-06-21T10:25:53.211" v="809" actId="478"/>
          <ac:spMkLst>
            <pc:docMk/>
            <pc:sldMk cId="0" sldId="269"/>
            <ac:spMk id="4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31:28.008" v="845" actId="1076"/>
          <ac:spMkLst>
            <pc:docMk/>
            <pc:sldMk cId="0" sldId="269"/>
            <ac:spMk id="5" creationId="{00000000-0000-0000-0000-000000000000}"/>
          </ac:spMkLst>
        </pc:spChg>
        <pc:spChg chg="mod">
          <ac:chgData name="Papa Mamadou Ndao" userId="cd818a80116a3398" providerId="LiveId" clId="{AD1A096A-8F28-4394-868A-DB5EC680F6EF}" dt="2026-06-21T10:31:06.864" v="842" actId="1076"/>
          <ac:spMkLst>
            <pc:docMk/>
            <pc:sldMk cId="0" sldId="269"/>
            <ac:spMk id="16" creationId="{00000000-0000-0000-0000-000000000000}"/>
          </ac:spMkLst>
        </pc:spChg>
        <pc:spChg chg="del">
          <ac:chgData name="Papa Mamadou Ndao" userId="cd818a80116a3398" providerId="LiveId" clId="{AD1A096A-8F28-4394-868A-DB5EC680F6EF}" dt="2026-06-21T10:26:25.089" v="810" actId="478"/>
          <ac:spMkLst>
            <pc:docMk/>
            <pc:sldMk cId="0" sldId="269"/>
            <ac:spMk id="17" creationId="{00000000-0000-0000-0000-000000000000}"/>
          </ac:spMkLst>
        </pc:spChg>
        <pc:spChg chg="del">
          <ac:chgData name="Papa Mamadou Ndao" userId="cd818a80116a3398" providerId="LiveId" clId="{AD1A096A-8F28-4394-868A-DB5EC680F6EF}" dt="2026-06-21T10:26:27.704" v="811" actId="478"/>
          <ac:spMkLst>
            <pc:docMk/>
            <pc:sldMk cId="0" sldId="269"/>
            <ac:spMk id="18" creationId="{00000000-0000-0000-0000-000000000000}"/>
          </ac:spMkLst>
        </pc:spChg>
        <pc:spChg chg="add mod">
          <ac:chgData name="Papa Mamadou Ndao" userId="cd818a80116a3398" providerId="LiveId" clId="{AD1A096A-8F28-4394-868A-DB5EC680F6EF}" dt="2026-06-21T10:30:25.471" v="837" actId="14100"/>
          <ac:spMkLst>
            <pc:docMk/>
            <pc:sldMk cId="0" sldId="269"/>
            <ac:spMk id="20" creationId="{A8FEA981-4BC2-099E-A8E3-39C905BF9B66}"/>
          </ac:spMkLst>
        </pc:spChg>
        <pc:spChg chg="add mod">
          <ac:chgData name="Papa Mamadou Ndao" userId="cd818a80116a3398" providerId="LiveId" clId="{AD1A096A-8F28-4394-868A-DB5EC680F6EF}" dt="2026-06-21T10:30:30.200" v="838" actId="1076"/>
          <ac:spMkLst>
            <pc:docMk/>
            <pc:sldMk cId="0" sldId="269"/>
            <ac:spMk id="22" creationId="{98076A84-A705-216E-9653-DA7BD96DF73D}"/>
          </ac:spMkLst>
        </pc:spChg>
        <pc:spChg chg="add mod">
          <ac:chgData name="Papa Mamadou Ndao" userId="cd818a80116a3398" providerId="LiveId" clId="{AD1A096A-8F28-4394-868A-DB5EC680F6EF}" dt="2026-06-21T10:30:38.172" v="839" actId="1076"/>
          <ac:spMkLst>
            <pc:docMk/>
            <pc:sldMk cId="0" sldId="269"/>
            <ac:spMk id="24" creationId="{F0438B66-0161-6624-84B3-B424484D514E}"/>
          </ac:spMkLst>
        </pc:spChg>
      </pc:sldChg>
      <pc:sldChg chg="add del modTransition setBg">
        <pc:chgData name="Papa Mamadou Ndao" userId="cd818a80116a3398" providerId="LiveId" clId="{AD1A096A-8F28-4394-868A-DB5EC680F6EF}" dt="2026-06-21T09:50:20.136" v="407" actId="2696"/>
        <pc:sldMkLst>
          <pc:docMk/>
          <pc:sldMk cId="0" sldId="270"/>
        </pc:sldMkLst>
      </pc:sldChg>
      <pc:sldChg chg="add del modTransition setBg">
        <pc:chgData name="Papa Mamadou Ndao" userId="cd818a80116a3398" providerId="LiveId" clId="{AD1A096A-8F28-4394-868A-DB5EC680F6EF}" dt="2026-06-21T09:49:24.433" v="405"/>
        <pc:sldMkLst>
          <pc:docMk/>
          <pc:sldMk cId="0" sldId="271"/>
        </pc:sldMkLst>
      </pc:sldChg>
      <pc:sldMasterChg chg="modTransition modSldLayout">
        <pc:chgData name="Papa Mamadou Ndao" userId="cd818a80116a3398" providerId="LiveId" clId="{AD1A096A-8F28-4394-868A-DB5EC680F6EF}" dt="2026-06-21T10:35:30.910" v="861"/>
        <pc:sldMasterMkLst>
          <pc:docMk/>
          <pc:sldMasterMk cId="0" sldId="2147483648"/>
        </pc:sldMasterMkLst>
        <pc:sldLayoutChg chg="modTransition">
          <pc:chgData name="Papa Mamadou Ndao" userId="cd818a80116a3398" providerId="LiveId" clId="{AD1A096A-8F28-4394-868A-DB5EC680F6EF}" dt="2026-06-21T10:35:30.910" v="861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7568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officiel.empireduweb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codeur.com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48640" y="100584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Afri</a:t>
            </a:r>
            <a:r>
              <a:rPr lang="en-US" sz="7200" b="1" dirty="0">
                <a:solidFill>
                  <a:srgbClr val="1A73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Talent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216027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B0BEC5"/>
                </a:solidFill>
              </a:rPr>
              <a:t>Une Plateforme de mise en relation entre freelances tech africains et les enterprises du monde entier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805816"/>
            <a:ext cx="4572000" cy="13338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Prenom : Papa Mamadou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Nom: Ndao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Classe: L1 IAGE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Ecole : Institut Supérieur Informatique (ISI)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 0">
            <a:extLst>
              <a:ext uri="{FF2B5EF4-FFF2-40B4-BE49-F238E27FC236}">
                <a16:creationId xmlns:a16="http://schemas.microsoft.com/office/drawing/2014/main" id="{4E39F397-413B-BC6A-0ECB-6F886D360FE8}"/>
              </a:ext>
            </a:extLst>
          </p:cNvPr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800" dirty="0"/>
          </a:p>
        </p:txBody>
      </p:sp>
      <p:sp>
        <p:nvSpPr>
          <p:cNvPr id="119" name="Shape 2">
            <a:extLst>
              <a:ext uri="{FF2B5EF4-FFF2-40B4-BE49-F238E27FC236}">
                <a16:creationId xmlns:a16="http://schemas.microsoft.com/office/drawing/2014/main" id="{1E0D964E-4AF0-3A78-38D5-E305F1D4ED27}"/>
              </a:ext>
            </a:extLst>
          </p:cNvPr>
          <p:cNvSpPr/>
          <p:nvPr/>
        </p:nvSpPr>
        <p:spPr>
          <a:xfrm>
            <a:off x="457200" y="1005840"/>
            <a:ext cx="4023360" cy="530352"/>
          </a:xfrm>
          <a:prstGeom prst="roundRect">
            <a:avLst>
              <a:gd name="adj" fmla="val 13793"/>
            </a:avLst>
          </a:prstGeom>
          <a:solidFill>
            <a:srgbClr val="112233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21" name="Text 3">
            <a:extLst>
              <a:ext uri="{FF2B5EF4-FFF2-40B4-BE49-F238E27FC236}">
                <a16:creationId xmlns:a16="http://schemas.microsoft.com/office/drawing/2014/main" id="{C8236373-26D1-23A5-5A73-421C88ED76FC}"/>
              </a:ext>
            </a:extLst>
          </p:cNvPr>
          <p:cNvSpPr/>
          <p:nvPr/>
        </p:nvSpPr>
        <p:spPr>
          <a:xfrm>
            <a:off x="548640" y="10789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23" name="Text 4">
            <a:extLst>
              <a:ext uri="{FF2B5EF4-FFF2-40B4-BE49-F238E27FC236}">
                <a16:creationId xmlns:a16="http://schemas.microsoft.com/office/drawing/2014/main" id="{4FE88201-2A32-86FF-2D19-13637658EA55}"/>
              </a:ext>
            </a:extLst>
          </p:cNvPr>
          <p:cNvSpPr/>
          <p:nvPr/>
        </p:nvSpPr>
        <p:spPr>
          <a:xfrm>
            <a:off x="1097280" y="10789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1300" dirty="0"/>
          </a:p>
        </p:txBody>
      </p:sp>
      <p:sp>
        <p:nvSpPr>
          <p:cNvPr id="125" name="Shape 5">
            <a:extLst>
              <a:ext uri="{FF2B5EF4-FFF2-40B4-BE49-F238E27FC236}">
                <a16:creationId xmlns:a16="http://schemas.microsoft.com/office/drawing/2014/main" id="{556391E2-BDCA-EC64-03EB-3BBC484E3F5B}"/>
              </a:ext>
            </a:extLst>
          </p:cNvPr>
          <p:cNvSpPr/>
          <p:nvPr/>
        </p:nvSpPr>
        <p:spPr>
          <a:xfrm>
            <a:off x="457200" y="1664208"/>
            <a:ext cx="4023360" cy="530352"/>
          </a:xfrm>
          <a:prstGeom prst="roundRect">
            <a:avLst>
              <a:gd name="adj" fmla="val 13793"/>
            </a:avLst>
          </a:prstGeom>
          <a:solidFill>
            <a:srgbClr val="112233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27" name="Text 6">
            <a:extLst>
              <a:ext uri="{FF2B5EF4-FFF2-40B4-BE49-F238E27FC236}">
                <a16:creationId xmlns:a16="http://schemas.microsoft.com/office/drawing/2014/main" id="{05EAC404-15E7-7D77-78EA-8A07E3D78A0F}"/>
              </a:ext>
            </a:extLst>
          </p:cNvPr>
          <p:cNvSpPr/>
          <p:nvPr/>
        </p:nvSpPr>
        <p:spPr>
          <a:xfrm>
            <a:off x="548640" y="17373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9" name="Text 7">
            <a:extLst>
              <a:ext uri="{FF2B5EF4-FFF2-40B4-BE49-F238E27FC236}">
                <a16:creationId xmlns:a16="http://schemas.microsoft.com/office/drawing/2014/main" id="{EAE201D0-988D-E66C-E721-3A68178ECA61}"/>
              </a:ext>
            </a:extLst>
          </p:cNvPr>
          <p:cNvSpPr/>
          <p:nvPr/>
        </p:nvSpPr>
        <p:spPr>
          <a:xfrm>
            <a:off x="1097280" y="17373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</a:t>
            </a:r>
            <a:endParaRPr lang="en-US" sz="1300" dirty="0"/>
          </a:p>
        </p:txBody>
      </p:sp>
      <p:sp>
        <p:nvSpPr>
          <p:cNvPr id="131" name="Shape 8">
            <a:extLst>
              <a:ext uri="{FF2B5EF4-FFF2-40B4-BE49-F238E27FC236}">
                <a16:creationId xmlns:a16="http://schemas.microsoft.com/office/drawing/2014/main" id="{F12DB615-C7F0-1955-D13C-B1A7A693F004}"/>
              </a:ext>
            </a:extLst>
          </p:cNvPr>
          <p:cNvSpPr/>
          <p:nvPr/>
        </p:nvSpPr>
        <p:spPr>
          <a:xfrm>
            <a:off x="457200" y="2322576"/>
            <a:ext cx="4023360" cy="530352"/>
          </a:xfrm>
          <a:prstGeom prst="roundRect">
            <a:avLst>
              <a:gd name="adj" fmla="val 13793"/>
            </a:avLst>
          </a:prstGeom>
          <a:solidFill>
            <a:srgbClr val="112233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33" name="Text 9">
            <a:extLst>
              <a:ext uri="{FF2B5EF4-FFF2-40B4-BE49-F238E27FC236}">
                <a16:creationId xmlns:a16="http://schemas.microsoft.com/office/drawing/2014/main" id="{29124B3A-60DA-4921-EC5E-2E8BF7132C0A}"/>
              </a:ext>
            </a:extLst>
          </p:cNvPr>
          <p:cNvSpPr/>
          <p:nvPr/>
        </p:nvSpPr>
        <p:spPr>
          <a:xfrm>
            <a:off x="548640" y="239572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35" name="Text 10">
            <a:extLst>
              <a:ext uri="{FF2B5EF4-FFF2-40B4-BE49-F238E27FC236}">
                <a16:creationId xmlns:a16="http://schemas.microsoft.com/office/drawing/2014/main" id="{A0E51330-8B60-C7BA-743A-AF49D9E6E6C0}"/>
              </a:ext>
            </a:extLst>
          </p:cNvPr>
          <p:cNvSpPr/>
          <p:nvPr/>
        </p:nvSpPr>
        <p:spPr>
          <a:xfrm>
            <a:off x="1097280" y="23957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site</a:t>
            </a:r>
            <a:endParaRPr lang="en-US" sz="1300" dirty="0"/>
          </a:p>
        </p:txBody>
      </p:sp>
      <p:sp>
        <p:nvSpPr>
          <p:cNvPr id="137" name="Shape 11">
            <a:extLst>
              <a:ext uri="{FF2B5EF4-FFF2-40B4-BE49-F238E27FC236}">
                <a16:creationId xmlns:a16="http://schemas.microsoft.com/office/drawing/2014/main" id="{BB99E8E6-2732-AB2F-E740-2CF18C1C7F7E}"/>
              </a:ext>
            </a:extLst>
          </p:cNvPr>
          <p:cNvSpPr/>
          <p:nvPr/>
        </p:nvSpPr>
        <p:spPr>
          <a:xfrm>
            <a:off x="457200" y="2980944"/>
            <a:ext cx="4023360" cy="530352"/>
          </a:xfrm>
          <a:prstGeom prst="roundRect">
            <a:avLst>
              <a:gd name="adj" fmla="val 13793"/>
            </a:avLst>
          </a:prstGeom>
          <a:solidFill>
            <a:srgbClr val="112233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39" name="Text 12">
            <a:extLst>
              <a:ext uri="{FF2B5EF4-FFF2-40B4-BE49-F238E27FC236}">
                <a16:creationId xmlns:a16="http://schemas.microsoft.com/office/drawing/2014/main" id="{BCEE401D-C6C9-6217-1802-959E0B5EC2B6}"/>
              </a:ext>
            </a:extLst>
          </p:cNvPr>
          <p:cNvSpPr/>
          <p:nvPr/>
        </p:nvSpPr>
        <p:spPr>
          <a:xfrm>
            <a:off x="548640" y="305409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41" name="Text 13">
            <a:extLst>
              <a:ext uri="{FF2B5EF4-FFF2-40B4-BE49-F238E27FC236}">
                <a16:creationId xmlns:a16="http://schemas.microsoft.com/office/drawing/2014/main" id="{03B2E409-A8BF-CF14-6FA9-D07858B0D339}"/>
              </a:ext>
            </a:extLst>
          </p:cNvPr>
          <p:cNvSpPr/>
          <p:nvPr/>
        </p:nvSpPr>
        <p:spPr>
          <a:xfrm>
            <a:off x="1097280" y="305409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de la page Accueil et Freelances</a:t>
            </a:r>
            <a:endParaRPr lang="en-US" sz="1300" dirty="0"/>
          </a:p>
        </p:txBody>
      </p:sp>
      <p:sp>
        <p:nvSpPr>
          <p:cNvPr id="143" name="Shape 14">
            <a:extLst>
              <a:ext uri="{FF2B5EF4-FFF2-40B4-BE49-F238E27FC236}">
                <a16:creationId xmlns:a16="http://schemas.microsoft.com/office/drawing/2014/main" id="{B1776A18-9FA6-C5E3-2EF9-722C81D8096E}"/>
              </a:ext>
            </a:extLst>
          </p:cNvPr>
          <p:cNvSpPr/>
          <p:nvPr/>
        </p:nvSpPr>
        <p:spPr>
          <a:xfrm>
            <a:off x="457200" y="3639312"/>
            <a:ext cx="4023360" cy="530352"/>
          </a:xfrm>
          <a:prstGeom prst="roundRect">
            <a:avLst>
              <a:gd name="adj" fmla="val 13793"/>
            </a:avLst>
          </a:prstGeom>
          <a:solidFill>
            <a:srgbClr val="112233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45" name="Text 15">
            <a:extLst>
              <a:ext uri="{FF2B5EF4-FFF2-40B4-BE49-F238E27FC236}">
                <a16:creationId xmlns:a16="http://schemas.microsoft.com/office/drawing/2014/main" id="{539C1D19-BFE2-F8BD-F642-2C888D2E12D1}"/>
              </a:ext>
            </a:extLst>
          </p:cNvPr>
          <p:cNvSpPr/>
          <p:nvPr/>
        </p:nvSpPr>
        <p:spPr>
          <a:xfrm>
            <a:off x="548640" y="371246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47" name="Text 16">
            <a:extLst>
              <a:ext uri="{FF2B5EF4-FFF2-40B4-BE49-F238E27FC236}">
                <a16:creationId xmlns:a16="http://schemas.microsoft.com/office/drawing/2014/main" id="{59B53B1F-EC88-BE08-16A0-82433C19D55D}"/>
              </a:ext>
            </a:extLst>
          </p:cNvPr>
          <p:cNvSpPr/>
          <p:nvPr/>
        </p:nvSpPr>
        <p:spPr>
          <a:xfrm>
            <a:off x="1097280" y="371246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 de la Page Tarifs et de A propos</a:t>
            </a:r>
            <a:endParaRPr lang="en-US" sz="1300" dirty="0"/>
          </a:p>
        </p:txBody>
      </p:sp>
      <p:sp>
        <p:nvSpPr>
          <p:cNvPr id="149" name="Shape 17">
            <a:extLst>
              <a:ext uri="{FF2B5EF4-FFF2-40B4-BE49-F238E27FC236}">
                <a16:creationId xmlns:a16="http://schemas.microsoft.com/office/drawing/2014/main" id="{A199DDA3-FFFF-C783-213B-803203AE3AF8}"/>
              </a:ext>
            </a:extLst>
          </p:cNvPr>
          <p:cNvSpPr/>
          <p:nvPr/>
        </p:nvSpPr>
        <p:spPr>
          <a:xfrm>
            <a:off x="457200" y="4297680"/>
            <a:ext cx="4023360" cy="530352"/>
          </a:xfrm>
          <a:prstGeom prst="roundRect">
            <a:avLst>
              <a:gd name="adj" fmla="val 13793"/>
            </a:avLst>
          </a:prstGeom>
          <a:solidFill>
            <a:srgbClr val="112233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51" name="Text 18">
            <a:extLst>
              <a:ext uri="{FF2B5EF4-FFF2-40B4-BE49-F238E27FC236}">
                <a16:creationId xmlns:a16="http://schemas.microsoft.com/office/drawing/2014/main" id="{677DFBE9-0BB6-EA46-6CF9-6AAC72E0F3BA}"/>
              </a:ext>
            </a:extLst>
          </p:cNvPr>
          <p:cNvSpPr/>
          <p:nvPr/>
        </p:nvSpPr>
        <p:spPr>
          <a:xfrm>
            <a:off x="548640" y="437083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153" name="Text 19">
            <a:extLst>
              <a:ext uri="{FF2B5EF4-FFF2-40B4-BE49-F238E27FC236}">
                <a16:creationId xmlns:a16="http://schemas.microsoft.com/office/drawing/2014/main" id="{21736509-028D-865A-5BF6-C1124F4178DB}"/>
              </a:ext>
            </a:extLst>
          </p:cNvPr>
          <p:cNvSpPr/>
          <p:nvPr/>
        </p:nvSpPr>
        <p:spPr>
          <a:xfrm>
            <a:off x="1097280" y="43708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de la page Contact</a:t>
            </a:r>
            <a:endParaRPr lang="en-US" sz="1300" dirty="0"/>
          </a:p>
        </p:txBody>
      </p:sp>
      <p:sp>
        <p:nvSpPr>
          <p:cNvPr id="155" name="Shape 20">
            <a:extLst>
              <a:ext uri="{FF2B5EF4-FFF2-40B4-BE49-F238E27FC236}">
                <a16:creationId xmlns:a16="http://schemas.microsoft.com/office/drawing/2014/main" id="{06934639-4741-8470-1838-80A960D19FE3}"/>
              </a:ext>
            </a:extLst>
          </p:cNvPr>
          <p:cNvSpPr/>
          <p:nvPr/>
        </p:nvSpPr>
        <p:spPr>
          <a:xfrm>
            <a:off x="4846320" y="1005840"/>
            <a:ext cx="4023360" cy="530352"/>
          </a:xfrm>
          <a:prstGeom prst="roundRect">
            <a:avLst>
              <a:gd name="adj" fmla="val 13793"/>
            </a:avLst>
          </a:prstGeom>
          <a:solidFill>
            <a:srgbClr val="112233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57" name="Text 21">
            <a:extLst>
              <a:ext uri="{FF2B5EF4-FFF2-40B4-BE49-F238E27FC236}">
                <a16:creationId xmlns:a16="http://schemas.microsoft.com/office/drawing/2014/main" id="{D552A553-A93D-07E4-9674-16DD41A2EDDA}"/>
              </a:ext>
            </a:extLst>
          </p:cNvPr>
          <p:cNvSpPr/>
          <p:nvPr/>
        </p:nvSpPr>
        <p:spPr>
          <a:xfrm>
            <a:off x="4937760" y="10789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159" name="Text 22">
            <a:extLst>
              <a:ext uri="{FF2B5EF4-FFF2-40B4-BE49-F238E27FC236}">
                <a16:creationId xmlns:a16="http://schemas.microsoft.com/office/drawing/2014/main" id="{E8770DE1-D9FD-DB89-B6E2-48C11F5217F9}"/>
              </a:ext>
            </a:extLst>
          </p:cNvPr>
          <p:cNvSpPr/>
          <p:nvPr/>
        </p:nvSpPr>
        <p:spPr>
          <a:xfrm>
            <a:off x="5486400" y="10789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JavaScript</a:t>
            </a:r>
            <a:endParaRPr lang="en-US" sz="1300" dirty="0"/>
          </a:p>
        </p:txBody>
      </p:sp>
      <p:sp>
        <p:nvSpPr>
          <p:cNvPr id="161" name="Shape 23">
            <a:extLst>
              <a:ext uri="{FF2B5EF4-FFF2-40B4-BE49-F238E27FC236}">
                <a16:creationId xmlns:a16="http://schemas.microsoft.com/office/drawing/2014/main" id="{CC381936-EB0B-0723-C07B-A80D9FD2B27E}"/>
              </a:ext>
            </a:extLst>
          </p:cNvPr>
          <p:cNvSpPr/>
          <p:nvPr/>
        </p:nvSpPr>
        <p:spPr>
          <a:xfrm>
            <a:off x="4846320" y="1664208"/>
            <a:ext cx="4023360" cy="530352"/>
          </a:xfrm>
          <a:prstGeom prst="roundRect">
            <a:avLst>
              <a:gd name="adj" fmla="val 13793"/>
            </a:avLst>
          </a:prstGeom>
          <a:solidFill>
            <a:srgbClr val="112233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63" name="Text 24">
            <a:extLst>
              <a:ext uri="{FF2B5EF4-FFF2-40B4-BE49-F238E27FC236}">
                <a16:creationId xmlns:a16="http://schemas.microsoft.com/office/drawing/2014/main" id="{425D7A3C-9A71-6E53-244E-0ACA029E990D}"/>
              </a:ext>
            </a:extLst>
          </p:cNvPr>
          <p:cNvSpPr/>
          <p:nvPr/>
        </p:nvSpPr>
        <p:spPr>
          <a:xfrm>
            <a:off x="4937760" y="17373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165" name="Text 25">
            <a:extLst>
              <a:ext uri="{FF2B5EF4-FFF2-40B4-BE49-F238E27FC236}">
                <a16:creationId xmlns:a16="http://schemas.microsoft.com/office/drawing/2014/main" id="{5520F61F-2225-8519-BF3F-DBA3922121C7}"/>
              </a:ext>
            </a:extLst>
          </p:cNvPr>
          <p:cNvSpPr/>
          <p:nvPr/>
        </p:nvSpPr>
        <p:spPr>
          <a:xfrm>
            <a:off x="5486400" y="17373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CSS et Bootstrap</a:t>
            </a:r>
            <a:endParaRPr lang="en-US" sz="1300" dirty="0"/>
          </a:p>
        </p:txBody>
      </p:sp>
      <p:sp>
        <p:nvSpPr>
          <p:cNvPr id="167" name="Shape 26">
            <a:extLst>
              <a:ext uri="{FF2B5EF4-FFF2-40B4-BE49-F238E27FC236}">
                <a16:creationId xmlns:a16="http://schemas.microsoft.com/office/drawing/2014/main" id="{EEF98622-4846-0FD9-9F2D-24F841A2FD7F}"/>
              </a:ext>
            </a:extLst>
          </p:cNvPr>
          <p:cNvSpPr/>
          <p:nvPr/>
        </p:nvSpPr>
        <p:spPr>
          <a:xfrm>
            <a:off x="4846320" y="2322576"/>
            <a:ext cx="4023360" cy="530352"/>
          </a:xfrm>
          <a:prstGeom prst="roundRect">
            <a:avLst>
              <a:gd name="adj" fmla="val 13793"/>
            </a:avLst>
          </a:prstGeom>
          <a:solidFill>
            <a:srgbClr val="112233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69" name="Text 27">
            <a:extLst>
              <a:ext uri="{FF2B5EF4-FFF2-40B4-BE49-F238E27FC236}">
                <a16:creationId xmlns:a16="http://schemas.microsoft.com/office/drawing/2014/main" id="{82A87A1C-454A-8873-7592-9735B207B549}"/>
              </a:ext>
            </a:extLst>
          </p:cNvPr>
          <p:cNvSpPr/>
          <p:nvPr/>
        </p:nvSpPr>
        <p:spPr>
          <a:xfrm>
            <a:off x="4937760" y="239572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171" name="Text 28">
            <a:extLst>
              <a:ext uri="{FF2B5EF4-FFF2-40B4-BE49-F238E27FC236}">
                <a16:creationId xmlns:a16="http://schemas.microsoft.com/office/drawing/2014/main" id="{FBACED46-0D19-269C-16B3-3ECCA5FEED80}"/>
              </a:ext>
            </a:extLst>
          </p:cNvPr>
          <p:cNvSpPr/>
          <p:nvPr/>
        </p:nvSpPr>
        <p:spPr>
          <a:xfrm>
            <a:off x="5486400" y="23957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et Déploiement</a:t>
            </a:r>
            <a:endParaRPr lang="en-US" sz="1300" dirty="0"/>
          </a:p>
        </p:txBody>
      </p:sp>
      <p:sp>
        <p:nvSpPr>
          <p:cNvPr id="173" name="Shape 29">
            <a:extLst>
              <a:ext uri="{FF2B5EF4-FFF2-40B4-BE49-F238E27FC236}">
                <a16:creationId xmlns:a16="http://schemas.microsoft.com/office/drawing/2014/main" id="{8A6F92DA-34F4-735A-FD1C-718EF3354639}"/>
              </a:ext>
            </a:extLst>
          </p:cNvPr>
          <p:cNvSpPr/>
          <p:nvPr/>
        </p:nvSpPr>
        <p:spPr>
          <a:xfrm>
            <a:off x="4846320" y="2980944"/>
            <a:ext cx="4023360" cy="530352"/>
          </a:xfrm>
          <a:prstGeom prst="roundRect">
            <a:avLst>
              <a:gd name="adj" fmla="val 13793"/>
            </a:avLst>
          </a:prstGeom>
          <a:solidFill>
            <a:srgbClr val="112233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75" name="Text 30">
            <a:extLst>
              <a:ext uri="{FF2B5EF4-FFF2-40B4-BE49-F238E27FC236}">
                <a16:creationId xmlns:a16="http://schemas.microsoft.com/office/drawing/2014/main" id="{FD3EB54F-E070-7296-D6E8-475EBDC48459}"/>
              </a:ext>
            </a:extLst>
          </p:cNvPr>
          <p:cNvSpPr/>
          <p:nvPr/>
        </p:nvSpPr>
        <p:spPr>
          <a:xfrm>
            <a:off x="4937760" y="305409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177" name="Text 31">
            <a:extLst>
              <a:ext uri="{FF2B5EF4-FFF2-40B4-BE49-F238E27FC236}">
                <a16:creationId xmlns:a16="http://schemas.microsoft.com/office/drawing/2014/main" id="{05E2ED3C-F158-E2F3-7C9C-3E96FCE2EDF8}"/>
              </a:ext>
            </a:extLst>
          </p:cNvPr>
          <p:cNvSpPr/>
          <p:nvPr/>
        </p:nvSpPr>
        <p:spPr>
          <a:xfrm>
            <a:off x="5486400" y="305409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et Solutions</a:t>
            </a:r>
            <a:endParaRPr lang="en-US" sz="1300" dirty="0"/>
          </a:p>
        </p:txBody>
      </p:sp>
      <p:sp>
        <p:nvSpPr>
          <p:cNvPr id="179" name="Shape 32">
            <a:extLst>
              <a:ext uri="{FF2B5EF4-FFF2-40B4-BE49-F238E27FC236}">
                <a16:creationId xmlns:a16="http://schemas.microsoft.com/office/drawing/2014/main" id="{F6FBE739-FD0F-7E55-D6C0-C68FC57EE8A4}"/>
              </a:ext>
            </a:extLst>
          </p:cNvPr>
          <p:cNvSpPr/>
          <p:nvPr/>
        </p:nvSpPr>
        <p:spPr>
          <a:xfrm>
            <a:off x="4846320" y="3639312"/>
            <a:ext cx="4023360" cy="530352"/>
          </a:xfrm>
          <a:prstGeom prst="roundRect">
            <a:avLst>
              <a:gd name="adj" fmla="val 13793"/>
            </a:avLst>
          </a:prstGeom>
          <a:solidFill>
            <a:srgbClr val="112233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81" name="Text 33">
            <a:extLst>
              <a:ext uri="{FF2B5EF4-FFF2-40B4-BE49-F238E27FC236}">
                <a16:creationId xmlns:a16="http://schemas.microsoft.com/office/drawing/2014/main" id="{122DDBA8-4DDC-5195-C84A-297B452AFE55}"/>
              </a:ext>
            </a:extLst>
          </p:cNvPr>
          <p:cNvSpPr/>
          <p:nvPr/>
        </p:nvSpPr>
        <p:spPr>
          <a:xfrm>
            <a:off x="4937760" y="371246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183" name="Text 34">
            <a:extLst>
              <a:ext uri="{FF2B5EF4-FFF2-40B4-BE49-F238E27FC236}">
                <a16:creationId xmlns:a16="http://schemas.microsoft.com/office/drawing/2014/main" id="{F917383C-8222-98CC-0736-484BF646FC88}"/>
              </a:ext>
            </a:extLst>
          </p:cNvPr>
          <p:cNvSpPr/>
          <p:nvPr/>
        </p:nvSpPr>
        <p:spPr>
          <a:xfrm>
            <a:off x="5486400" y="371246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utilisées</a:t>
            </a:r>
            <a:endParaRPr lang="en-US" sz="1300" dirty="0"/>
          </a:p>
        </p:txBody>
      </p:sp>
      <p:sp>
        <p:nvSpPr>
          <p:cNvPr id="185" name="Shape 35">
            <a:extLst>
              <a:ext uri="{FF2B5EF4-FFF2-40B4-BE49-F238E27FC236}">
                <a16:creationId xmlns:a16="http://schemas.microsoft.com/office/drawing/2014/main" id="{78FAEC95-C830-754B-D405-894190BAC3D0}"/>
              </a:ext>
            </a:extLst>
          </p:cNvPr>
          <p:cNvSpPr/>
          <p:nvPr/>
        </p:nvSpPr>
        <p:spPr>
          <a:xfrm>
            <a:off x="4846320" y="4297680"/>
            <a:ext cx="4023360" cy="530352"/>
          </a:xfrm>
          <a:prstGeom prst="roundRect">
            <a:avLst>
              <a:gd name="adj" fmla="val 13793"/>
            </a:avLst>
          </a:prstGeom>
          <a:solidFill>
            <a:srgbClr val="112233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87" name="Text 36">
            <a:extLst>
              <a:ext uri="{FF2B5EF4-FFF2-40B4-BE49-F238E27FC236}">
                <a16:creationId xmlns:a16="http://schemas.microsoft.com/office/drawing/2014/main" id="{0FC29053-A327-00ED-DC2F-164E4012741D}"/>
              </a:ext>
            </a:extLst>
          </p:cNvPr>
          <p:cNvSpPr/>
          <p:nvPr/>
        </p:nvSpPr>
        <p:spPr>
          <a:xfrm>
            <a:off x="4937760" y="437083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189" name="Text 37">
            <a:extLst>
              <a:ext uri="{FF2B5EF4-FFF2-40B4-BE49-F238E27FC236}">
                <a16:creationId xmlns:a16="http://schemas.microsoft.com/office/drawing/2014/main" id="{074E45CF-0DE9-0F2F-98A2-DEC6D4CACB43}"/>
              </a:ext>
            </a:extLst>
          </p:cNvPr>
          <p:cNvSpPr/>
          <p:nvPr/>
        </p:nvSpPr>
        <p:spPr>
          <a:xfrm>
            <a:off x="5486400" y="43708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et Perspectives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60220" y="654035"/>
            <a:ext cx="564160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Présentation du projet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65033"/>
            <a:ext cx="2606040" cy="1991106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endParaRPr lang="fr-SN" dirty="0"/>
          </a:p>
        </p:txBody>
      </p:sp>
      <p:sp>
        <p:nvSpPr>
          <p:cNvPr id="6" name="Text 4"/>
          <p:cNvSpPr/>
          <p:nvPr/>
        </p:nvSpPr>
        <p:spPr>
          <a:xfrm>
            <a:off x="548640" y="2032133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73E8"/>
                </a:solidFill>
              </a:rPr>
              <a:t>Contexte</a:t>
            </a:r>
            <a:endParaRPr lang="en-US" sz="2400" b="1" dirty="0"/>
          </a:p>
        </p:txBody>
      </p:sp>
      <p:sp>
        <p:nvSpPr>
          <p:cNvPr id="7" name="Text 5"/>
          <p:cNvSpPr/>
          <p:nvPr/>
        </p:nvSpPr>
        <p:spPr>
          <a:xfrm>
            <a:off x="640080" y="2576202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Le marché freelance tech en Afrique est en pleine explosion. Les développeurs, designers et créateurs cherchent une </a:t>
            </a:r>
            <a:r>
              <a:rPr lang="en-US" sz="1100" dirty="0" err="1">
                <a:solidFill>
                  <a:srgbClr val="B0BEC5"/>
                </a:solidFill>
              </a:rPr>
              <a:t>plateforme</a:t>
            </a:r>
            <a:r>
              <a:rPr lang="en-US" sz="1100" dirty="0">
                <a:solidFill>
                  <a:srgbClr val="B0BEC5"/>
                </a:solidFill>
              </a:rPr>
              <a:t> fiable.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765033"/>
            <a:ext cx="2606040" cy="201853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endParaRPr lang="fr-SN" dirty="0"/>
          </a:p>
        </p:txBody>
      </p:sp>
      <p:sp>
        <p:nvSpPr>
          <p:cNvPr id="10" name="Text 8"/>
          <p:cNvSpPr/>
          <p:nvPr/>
        </p:nvSpPr>
        <p:spPr>
          <a:xfrm>
            <a:off x="3291842" y="2015651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73E8"/>
                </a:solidFill>
              </a:rPr>
              <a:t>Objectif</a:t>
            </a:r>
            <a:endParaRPr lang="en-US" sz="2400" b="1" dirty="0"/>
          </a:p>
        </p:txBody>
      </p:sp>
      <p:sp>
        <p:nvSpPr>
          <p:cNvPr id="11" name="Text 9"/>
          <p:cNvSpPr/>
          <p:nvPr/>
        </p:nvSpPr>
        <p:spPr>
          <a:xfrm>
            <a:off x="3406140" y="2571750"/>
            <a:ext cx="2331720" cy="10708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Concevoir un site vitrine complet pour AfriTalent : présenter la </a:t>
            </a:r>
            <a:r>
              <a:rPr lang="en-US" sz="1100" dirty="0" err="1">
                <a:solidFill>
                  <a:srgbClr val="B0BEC5"/>
                </a:solidFill>
              </a:rPr>
              <a:t>plateforme</a:t>
            </a:r>
            <a:r>
              <a:rPr lang="en-US" sz="1100" dirty="0">
                <a:solidFill>
                  <a:srgbClr val="B0BEC5"/>
                </a:solidFill>
              </a:rPr>
              <a:t>, ses services, ses tarifs et convaincre les visiteurs de s'inscrire.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769485"/>
            <a:ext cx="2606040" cy="2014086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endParaRPr lang="fr-SN"/>
          </a:p>
        </p:txBody>
      </p:sp>
      <p:sp>
        <p:nvSpPr>
          <p:cNvPr id="14" name="Text 12"/>
          <p:cNvSpPr/>
          <p:nvPr/>
        </p:nvSpPr>
        <p:spPr>
          <a:xfrm>
            <a:off x="6172202" y="2013063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73E8"/>
                </a:solidFill>
              </a:rPr>
              <a:t>Public cible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17922" y="2692065"/>
            <a:ext cx="2331720" cy="8301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Principalement les entreprises qui cherchent des talents tech africains qualifiés pour leurs projets digitaux.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0">
            <a:extLst>
              <a:ext uri="{FF2B5EF4-FFF2-40B4-BE49-F238E27FC236}">
                <a16:creationId xmlns:a16="http://schemas.microsoft.com/office/drawing/2014/main" id="{86B26824-0ADC-33F5-34F6-F55C09D4461C}"/>
              </a:ext>
            </a:extLst>
          </p:cNvPr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</a:t>
            </a:r>
            <a:endParaRPr lang="en-US" sz="2800" dirty="0"/>
          </a:p>
        </p:txBody>
      </p:sp>
      <p:sp>
        <p:nvSpPr>
          <p:cNvPr id="62" name="Text 2">
            <a:extLst>
              <a:ext uri="{FF2B5EF4-FFF2-40B4-BE49-F238E27FC236}">
                <a16:creationId xmlns:a16="http://schemas.microsoft.com/office/drawing/2014/main" id="{BC59AA80-61E9-478D-4B92-7EEACCC93637}"/>
              </a:ext>
            </a:extLst>
          </p:cNvPr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73E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Palette de couleurs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2C07C347-FC06-52B2-1F11-AE74E3A361F1}"/>
              </a:ext>
            </a:extLst>
          </p:cNvPr>
          <p:cNvSpPr/>
          <p:nvPr/>
        </p:nvSpPr>
        <p:spPr>
          <a:xfrm>
            <a:off x="457200" y="1463040"/>
            <a:ext cx="777240" cy="77724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4455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66" name="Text 4">
            <a:extLst>
              <a:ext uri="{FF2B5EF4-FFF2-40B4-BE49-F238E27FC236}">
                <a16:creationId xmlns:a16="http://schemas.microsoft.com/office/drawing/2014/main" id="{6FB94842-C004-FA1E-E23D-CCF1FF5458DA}"/>
              </a:ext>
            </a:extLst>
          </p:cNvPr>
          <p:cNvSpPr/>
          <p:nvPr/>
        </p:nvSpPr>
        <p:spPr>
          <a:xfrm>
            <a:off x="274320" y="22860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#1A73E8</a:t>
            </a:r>
            <a:endParaRPr lang="en-US" sz="900" dirty="0"/>
          </a:p>
        </p:txBody>
      </p:sp>
      <p:sp>
        <p:nvSpPr>
          <p:cNvPr id="68" name="Shape 5">
            <a:extLst>
              <a:ext uri="{FF2B5EF4-FFF2-40B4-BE49-F238E27FC236}">
                <a16:creationId xmlns:a16="http://schemas.microsoft.com/office/drawing/2014/main" id="{D600A405-4594-788A-7E8A-331E34BCADBE}"/>
              </a:ext>
            </a:extLst>
          </p:cNvPr>
          <p:cNvSpPr/>
          <p:nvPr/>
        </p:nvSpPr>
        <p:spPr>
          <a:xfrm>
            <a:off x="1463040" y="1463040"/>
            <a:ext cx="777240" cy="7772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334455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70" name="Text 6">
            <a:extLst>
              <a:ext uri="{FF2B5EF4-FFF2-40B4-BE49-F238E27FC236}">
                <a16:creationId xmlns:a16="http://schemas.microsoft.com/office/drawing/2014/main" id="{13A4E36D-DF10-1E25-DDC3-04DC97A753E0}"/>
              </a:ext>
            </a:extLst>
          </p:cNvPr>
          <p:cNvSpPr/>
          <p:nvPr/>
        </p:nvSpPr>
        <p:spPr>
          <a:xfrm>
            <a:off x="1280160" y="22860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#0D1B2A</a:t>
            </a:r>
            <a:endParaRPr lang="en-US" sz="900" dirty="0"/>
          </a:p>
        </p:txBody>
      </p:sp>
      <p:sp>
        <p:nvSpPr>
          <p:cNvPr id="72" name="Shape 7">
            <a:extLst>
              <a:ext uri="{FF2B5EF4-FFF2-40B4-BE49-F238E27FC236}">
                <a16:creationId xmlns:a16="http://schemas.microsoft.com/office/drawing/2014/main" id="{DC229988-BDB7-CB5C-2409-FF3A89500EF6}"/>
              </a:ext>
            </a:extLst>
          </p:cNvPr>
          <p:cNvSpPr/>
          <p:nvPr/>
        </p:nvSpPr>
        <p:spPr>
          <a:xfrm>
            <a:off x="2468880" y="146304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4455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74" name="Text 8">
            <a:extLst>
              <a:ext uri="{FF2B5EF4-FFF2-40B4-BE49-F238E27FC236}">
                <a16:creationId xmlns:a16="http://schemas.microsoft.com/office/drawing/2014/main" id="{5E81193E-56BF-D620-22E4-C5AC129FA59E}"/>
              </a:ext>
            </a:extLst>
          </p:cNvPr>
          <p:cNvSpPr/>
          <p:nvPr/>
        </p:nvSpPr>
        <p:spPr>
          <a:xfrm>
            <a:off x="2286000" y="22860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900" dirty="0"/>
          </a:p>
        </p:txBody>
      </p:sp>
      <p:sp>
        <p:nvSpPr>
          <p:cNvPr id="76" name="Shape 9">
            <a:extLst>
              <a:ext uri="{FF2B5EF4-FFF2-40B4-BE49-F238E27FC236}">
                <a16:creationId xmlns:a16="http://schemas.microsoft.com/office/drawing/2014/main" id="{04CC9141-6ED7-D180-A3F7-86080E10DB8B}"/>
              </a:ext>
            </a:extLst>
          </p:cNvPr>
          <p:cNvSpPr/>
          <p:nvPr/>
        </p:nvSpPr>
        <p:spPr>
          <a:xfrm>
            <a:off x="3474720" y="1463040"/>
            <a:ext cx="777240" cy="777240"/>
          </a:xfrm>
          <a:prstGeom prst="ellipse">
            <a:avLst/>
          </a:prstGeom>
          <a:solidFill>
            <a:srgbClr val="B0BEC5"/>
          </a:solidFill>
          <a:ln w="12700">
            <a:solidFill>
              <a:srgbClr val="334455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78" name="Text 10">
            <a:extLst>
              <a:ext uri="{FF2B5EF4-FFF2-40B4-BE49-F238E27FC236}">
                <a16:creationId xmlns:a16="http://schemas.microsoft.com/office/drawing/2014/main" id="{F8F1AFBF-0E5E-0C9D-3BB8-0D0967C2092E}"/>
              </a:ext>
            </a:extLst>
          </p:cNvPr>
          <p:cNvSpPr/>
          <p:nvPr/>
        </p:nvSpPr>
        <p:spPr>
          <a:xfrm>
            <a:off x="3291840" y="22860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#B0BEC5</a:t>
            </a:r>
            <a:endParaRPr lang="en-US" sz="900" dirty="0"/>
          </a:p>
        </p:txBody>
      </p:sp>
      <p:sp>
        <p:nvSpPr>
          <p:cNvPr id="80" name="Text 11">
            <a:extLst>
              <a:ext uri="{FF2B5EF4-FFF2-40B4-BE49-F238E27FC236}">
                <a16:creationId xmlns:a16="http://schemas.microsoft.com/office/drawing/2014/main" id="{AC383584-179F-AC10-E404-C576CC87974A}"/>
              </a:ext>
            </a:extLst>
          </p:cNvPr>
          <p:cNvSpPr/>
          <p:nvPr/>
        </p:nvSpPr>
        <p:spPr>
          <a:xfrm>
            <a:off x="457200" y="3017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73E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Typographie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 12">
            <a:extLst>
              <a:ext uri="{FF2B5EF4-FFF2-40B4-BE49-F238E27FC236}">
                <a16:creationId xmlns:a16="http://schemas.microsoft.com/office/drawing/2014/main" id="{E77CFC3C-4331-2D2C-47A5-66EB135CABD4}"/>
              </a:ext>
            </a:extLst>
          </p:cNvPr>
          <p:cNvSpPr/>
          <p:nvPr/>
        </p:nvSpPr>
        <p:spPr>
          <a:xfrm>
            <a:off x="457200" y="34290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Montserrat :  Titres expressifs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Sans :  Corps de texte</a:t>
            </a:r>
          </a:p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New Roman : Titres expressifs</a:t>
            </a:r>
            <a:endParaRPr lang="en-US" sz="1300" dirty="0"/>
          </a:p>
        </p:txBody>
      </p:sp>
      <p:sp>
        <p:nvSpPr>
          <p:cNvPr id="84" name="Text 13">
            <a:extLst>
              <a:ext uri="{FF2B5EF4-FFF2-40B4-BE49-F238E27FC236}">
                <a16:creationId xmlns:a16="http://schemas.microsoft.com/office/drawing/2014/main" id="{87F4D1D9-5A06-DA0D-BD6A-576D5F0B6346}"/>
              </a:ext>
            </a:extLst>
          </p:cNvPr>
          <p:cNvSpPr/>
          <p:nvPr/>
        </p:nvSpPr>
        <p:spPr>
          <a:xfrm>
            <a:off x="5568214" y="100355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73E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Choix esthétiques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 14">
            <a:extLst>
              <a:ext uri="{FF2B5EF4-FFF2-40B4-BE49-F238E27FC236}">
                <a16:creationId xmlns:a16="http://schemas.microsoft.com/office/drawing/2014/main" id="{108FFC15-39F0-6CC5-EE26-616235F95D70}"/>
              </a:ext>
            </a:extLst>
          </p:cNvPr>
          <p:cNvSpPr/>
          <p:nvPr/>
        </p:nvSpPr>
        <p:spPr>
          <a:xfrm>
            <a:off x="5452711" y="149504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Design sombre (Dark Mode sombre par défaut)</a:t>
            </a:r>
            <a:endParaRPr lang="en-US" sz="1200" dirty="0"/>
          </a:p>
        </p:txBody>
      </p:sp>
      <p:sp>
        <p:nvSpPr>
          <p:cNvPr id="88" name="Text 15">
            <a:extLst>
              <a:ext uri="{FF2B5EF4-FFF2-40B4-BE49-F238E27FC236}">
                <a16:creationId xmlns:a16="http://schemas.microsoft.com/office/drawing/2014/main" id="{6A5A9159-1AEA-7CCD-503E-7E1930C769D0}"/>
              </a:ext>
            </a:extLst>
          </p:cNvPr>
          <p:cNvSpPr/>
          <p:nvPr/>
        </p:nvSpPr>
        <p:spPr>
          <a:xfrm>
            <a:off x="5452711" y="198196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Bento Grid  Comment ça marche et les  Chiffres clés</a:t>
            </a:r>
            <a:endParaRPr lang="en-US" sz="1200" dirty="0"/>
          </a:p>
        </p:txBody>
      </p:sp>
      <p:sp>
        <p:nvSpPr>
          <p:cNvPr id="90" name="Text 16">
            <a:extLst>
              <a:ext uri="{FF2B5EF4-FFF2-40B4-BE49-F238E27FC236}">
                <a16:creationId xmlns:a16="http://schemas.microsoft.com/office/drawing/2014/main" id="{C9997D62-4A83-C458-534D-467314E73667}"/>
              </a:ext>
            </a:extLst>
          </p:cNvPr>
          <p:cNvSpPr/>
          <p:nvPr/>
        </p:nvSpPr>
        <p:spPr>
          <a:xfrm>
            <a:off x="5452711" y="2464067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Typographie expressive grande taille</a:t>
            </a:r>
            <a:endParaRPr lang="en-US" sz="1200" dirty="0"/>
          </a:p>
        </p:txBody>
      </p:sp>
      <p:sp>
        <p:nvSpPr>
          <p:cNvPr id="92" name="Text 17">
            <a:extLst>
              <a:ext uri="{FF2B5EF4-FFF2-40B4-BE49-F238E27FC236}">
                <a16:creationId xmlns:a16="http://schemas.microsoft.com/office/drawing/2014/main" id="{166D9E00-0E77-13AA-E718-0ABA0D7BE502}"/>
              </a:ext>
            </a:extLst>
          </p:cNvPr>
          <p:cNvSpPr/>
          <p:nvPr/>
        </p:nvSpPr>
        <p:spPr>
          <a:xfrm>
            <a:off x="5452711" y="296301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Animations CSS au scroll (fade-in)</a:t>
            </a:r>
            <a:endParaRPr lang="en-US" sz="1200" dirty="0"/>
          </a:p>
        </p:txBody>
      </p:sp>
      <p:sp>
        <p:nvSpPr>
          <p:cNvPr id="96" name="Text 19">
            <a:extLst>
              <a:ext uri="{FF2B5EF4-FFF2-40B4-BE49-F238E27FC236}">
                <a16:creationId xmlns:a16="http://schemas.microsoft.com/office/drawing/2014/main" id="{A8808121-2358-1114-9D5A-0275AE45F4DE}"/>
              </a:ext>
            </a:extLst>
          </p:cNvPr>
          <p:cNvSpPr/>
          <p:nvPr/>
        </p:nvSpPr>
        <p:spPr>
          <a:xfrm>
            <a:off x="5452711" y="3438625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Responsive : 375px / 768px / 1200px+</a:t>
            </a:r>
            <a:endParaRPr lang="en-US" sz="1200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E0DACB13-33FD-6807-B48E-7F3EC546CD67}"/>
              </a:ext>
            </a:extLst>
          </p:cNvPr>
          <p:cNvSpPr txBox="1"/>
          <p:nvPr/>
        </p:nvSpPr>
        <p:spPr>
          <a:xfrm>
            <a:off x="5568214" y="3984859"/>
            <a:ext cx="33544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Inspiration</a:t>
            </a:r>
          </a:p>
          <a:p>
            <a:r>
              <a:rPr lang="fr-SN" sz="1400" b="1" dirty="0">
                <a:solidFill>
                  <a:srgbClr val="0563C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https://officiel.empireduweb.com</a:t>
            </a:r>
            <a:r>
              <a:rPr lang="fr-SN" sz="1400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endParaRPr lang="fr-SN" sz="1400" b="1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SN" sz="1400" b="1" dirty="0">
                <a:solidFill>
                  <a:srgbClr val="0563C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https://www.codeur.com</a:t>
            </a:r>
            <a:r>
              <a:rPr lang="fr-SN" sz="1400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fr-SN" sz="1400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du site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3931920" cy="56692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endParaRPr lang="fr-SN"/>
          </a:p>
        </p:txBody>
      </p:sp>
      <p:sp>
        <p:nvSpPr>
          <p:cNvPr id="5" name="Text 3"/>
          <p:cNvSpPr/>
          <p:nvPr/>
        </p:nvSpPr>
        <p:spPr>
          <a:xfrm>
            <a:off x="685800" y="10652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3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index.html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1344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Accueil  :  Presentation , Comment ça marhce , liste des service et les Témoignages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931920" cy="56692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endParaRPr lang="fr-SN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3E8"/>
                </a:solidFill>
              </a:rPr>
              <a:t>freelances.html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039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Liste des freelances — Filtrage dynamique avec le JS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395728"/>
            <a:ext cx="3931920" cy="56692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endParaRPr lang="fr-SN"/>
          </a:p>
        </p:txBody>
      </p:sp>
      <p:sp>
        <p:nvSpPr>
          <p:cNvPr id="11" name="Text 9"/>
          <p:cNvSpPr/>
          <p:nvPr/>
        </p:nvSpPr>
        <p:spPr>
          <a:xfrm>
            <a:off x="685800" y="2441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3E8"/>
                </a:solidFill>
              </a:rPr>
              <a:t>tarifs.html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6974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Plans tarifaires + FAQ Accordion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054096"/>
            <a:ext cx="3931920" cy="56692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endParaRPr lang="fr-SN"/>
          </a:p>
        </p:txBody>
      </p:sp>
      <p:sp>
        <p:nvSpPr>
          <p:cNvPr id="14" name="Text 12"/>
          <p:cNvSpPr/>
          <p:nvPr/>
        </p:nvSpPr>
        <p:spPr>
          <a:xfrm>
            <a:off x="685800" y="3099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3E8"/>
                </a:solidFill>
              </a:rPr>
              <a:t>about.html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33558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Histoire, Équipe, Valeurs, Chiffres Clés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712464"/>
            <a:ext cx="3931920" cy="56692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endParaRPr lang="fr-SN"/>
          </a:p>
        </p:txBody>
      </p:sp>
      <p:sp>
        <p:nvSpPr>
          <p:cNvPr id="17" name="Text 15"/>
          <p:cNvSpPr/>
          <p:nvPr/>
        </p:nvSpPr>
        <p:spPr>
          <a:xfrm>
            <a:off x="685800" y="37581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3E8"/>
                </a:solidFill>
              </a:rPr>
              <a:t>contact.html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401421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Formulaire , Validation , Google Maps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73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Arborescence du projet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46320" y="1444752"/>
            <a:ext cx="3931920" cy="2834640"/>
          </a:xfrm>
          <a:prstGeom prst="rect">
            <a:avLst/>
          </a:prstGeom>
          <a:solidFill>
            <a:srgbClr val="0A162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21" name="Text 19"/>
          <p:cNvSpPr/>
          <p:nvPr/>
        </p:nvSpPr>
        <p:spPr>
          <a:xfrm>
            <a:off x="4937760" y="1536192"/>
            <a:ext cx="3749040" cy="26014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fr-SN" sz="1000" dirty="0">
                <a:solidFill>
                  <a:schemeClr val="bg1"/>
                </a:solidFill>
              </a:rPr>
              <a:t>Papa_Mamadou_Ndao_AfriTalent/</a:t>
            </a:r>
          </a:p>
          <a:p>
            <a:r>
              <a:rPr lang="fr-SN" sz="1000" dirty="0">
                <a:solidFill>
                  <a:schemeClr val="bg1"/>
                </a:solidFill>
              </a:rPr>
              <a:t>├── index.html</a:t>
            </a:r>
          </a:p>
          <a:p>
            <a:r>
              <a:rPr lang="fr-SN" sz="1000" dirty="0">
                <a:solidFill>
                  <a:schemeClr val="bg1"/>
                </a:solidFill>
              </a:rPr>
              <a:t>├── freelances.html</a:t>
            </a:r>
          </a:p>
          <a:p>
            <a:r>
              <a:rPr lang="fr-SN" sz="1000" dirty="0">
                <a:solidFill>
                  <a:schemeClr val="bg1"/>
                </a:solidFill>
              </a:rPr>
              <a:t>├── tarifs.html</a:t>
            </a:r>
          </a:p>
          <a:p>
            <a:r>
              <a:rPr lang="fr-SN" sz="1000" dirty="0">
                <a:solidFill>
                  <a:schemeClr val="bg1"/>
                </a:solidFill>
              </a:rPr>
              <a:t>├── about.html</a:t>
            </a:r>
          </a:p>
          <a:p>
            <a:r>
              <a:rPr lang="fr-SN" sz="1000" dirty="0">
                <a:solidFill>
                  <a:schemeClr val="bg1"/>
                </a:solidFill>
              </a:rPr>
              <a:t>├── contact.html</a:t>
            </a:r>
          </a:p>
          <a:p>
            <a:r>
              <a:rPr lang="fr-SN" sz="1000" dirty="0">
                <a:solidFill>
                  <a:schemeClr val="bg1"/>
                </a:solidFill>
              </a:rPr>
              <a:t>├── Css/</a:t>
            </a:r>
          </a:p>
          <a:p>
            <a:r>
              <a:rPr lang="fr-SN" sz="1000" dirty="0">
                <a:solidFill>
                  <a:schemeClr val="bg1"/>
                </a:solidFill>
              </a:rPr>
              <a:t> │ └── style.css</a:t>
            </a:r>
          </a:p>
          <a:p>
            <a:r>
              <a:rPr lang="fr-SN" sz="1000" dirty="0">
                <a:solidFill>
                  <a:schemeClr val="bg1"/>
                </a:solidFill>
              </a:rPr>
              <a:t>├── Js/</a:t>
            </a:r>
          </a:p>
          <a:p>
            <a:r>
              <a:rPr lang="fr-SN" sz="1000" dirty="0">
                <a:solidFill>
                  <a:schemeClr val="bg1"/>
                </a:solidFill>
              </a:rPr>
              <a:t> │ └── main.js</a:t>
            </a:r>
          </a:p>
          <a:p>
            <a:r>
              <a:rPr lang="fr-SN" sz="1000" dirty="0">
                <a:solidFill>
                  <a:schemeClr val="bg1"/>
                </a:solidFill>
              </a:rPr>
              <a:t>├── images/</a:t>
            </a:r>
          </a:p>
          <a:p>
            <a:r>
              <a:rPr lang="fr-SN" sz="1000" dirty="0">
                <a:solidFill>
                  <a:schemeClr val="bg1"/>
                </a:solidFill>
              </a:rPr>
              <a:t> │ └── (vos images, logos, avatars)</a:t>
            </a:r>
          </a:p>
          <a:p>
            <a:r>
              <a:rPr lang="fr-SN" sz="1000" dirty="0">
                <a:solidFill>
                  <a:schemeClr val="bg1"/>
                </a:solidFill>
              </a:rPr>
              <a:t>├── docs/</a:t>
            </a:r>
          </a:p>
          <a:p>
            <a:r>
              <a:rPr lang="fr-SN" sz="1000" dirty="0">
                <a:solidFill>
                  <a:schemeClr val="bg1"/>
                </a:solidFill>
              </a:rPr>
              <a:t> │ └── NOM_Prenom_Presentation.pptx</a:t>
            </a:r>
          </a:p>
          <a:p>
            <a:r>
              <a:rPr lang="fr-SN" sz="1000" dirty="0">
                <a:solidFill>
                  <a:schemeClr val="bg1"/>
                </a:solidFill>
              </a:rPr>
              <a:t>├── README.md</a:t>
            </a:r>
          </a:p>
          <a:p>
            <a:r>
              <a:rPr lang="fr-SN" sz="1000" dirty="0">
                <a:solidFill>
                  <a:schemeClr val="bg1"/>
                </a:solidFill>
              </a:rPr>
              <a:t> └── .gitignore</a:t>
            </a:r>
          </a:p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Captures du site : Accueil et Freelances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4480560" cy="34747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fr-SN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index.html ( Page d'accueil) 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298448"/>
            <a:ext cx="4480560" cy="3474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63440" y="914400"/>
            <a:ext cx="4480560" cy="34747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9" name="Text 6"/>
          <p:cNvSpPr/>
          <p:nvPr/>
        </p:nvSpPr>
        <p:spPr>
          <a:xfrm>
            <a:off x="466344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freelances.html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1298448"/>
            <a:ext cx="4480560" cy="3474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Captures du site :Tarifs et A propos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4480560" cy="34747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tarifs.html : Les Tarifs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298448"/>
            <a:ext cx="4480560" cy="3474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63440" y="914400"/>
            <a:ext cx="4480560" cy="34747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9" name="Text 6"/>
          <p:cNvSpPr/>
          <p:nvPr/>
        </p:nvSpPr>
        <p:spPr>
          <a:xfrm>
            <a:off x="466344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about.html : À propos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1298448"/>
            <a:ext cx="4480560" cy="3474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Capture du site : Contact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34747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contact.html — Formulaire de contact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298448"/>
            <a:ext cx="8046720" cy="3291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Points techniques :JavaScript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840480" cy="38404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 Filtrage dynamique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35608"/>
            <a:ext cx="3840480" cy="2962656"/>
          </a:xfrm>
          <a:prstGeom prst="rect">
            <a:avLst/>
          </a:prstGeom>
          <a:solidFill>
            <a:srgbClr val="0A162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7" name="Text 5"/>
          <p:cNvSpPr/>
          <p:nvPr/>
        </p:nvSpPr>
        <p:spPr>
          <a:xfrm>
            <a:off x="658368" y="1499616"/>
            <a:ext cx="3621024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fr-SN" sz="1200" b="1" dirty="0">
                <a:solidFill>
                  <a:schemeClr val="bg1"/>
                </a:solidFill>
              </a:rPr>
              <a:t>Permet de facilité le filtrage pour chaque catégorie de carte (chaque categories à son propre bouton d »s que l’on clique sur ce dernier les cartes de cette catégories apparaissent)</a:t>
            </a:r>
          </a:p>
          <a:p>
            <a:endParaRPr lang="fr-SN" sz="1200" b="1" dirty="0">
              <a:solidFill>
                <a:schemeClr val="bg1"/>
              </a:solidFill>
            </a:endParaRPr>
          </a:p>
          <a:p>
            <a:r>
              <a:rPr lang="fr-SN" sz="1000" dirty="0">
                <a:solidFill>
                  <a:schemeClr val="bg1"/>
                </a:solidFill>
              </a:rPr>
              <a:t>let boutons = document.querySelectorAll("#buttonfreelance &gt; button");</a:t>
            </a:r>
          </a:p>
          <a:p>
            <a:r>
              <a:rPr lang="fr-SN" sz="1000" dirty="0">
                <a:solidFill>
                  <a:schemeClr val="bg1"/>
                </a:solidFill>
              </a:rPr>
              <a:t>    </a:t>
            </a:r>
            <a:r>
              <a:rPr lang="fr-SN" sz="1000" dirty="0" err="1">
                <a:solidFill>
                  <a:schemeClr val="bg1"/>
                </a:solidFill>
              </a:rPr>
              <a:t>boutons.forEach</a:t>
            </a:r>
            <a:r>
              <a:rPr lang="fr-SN" sz="1000" dirty="0">
                <a:solidFill>
                  <a:schemeClr val="bg1"/>
                </a:solidFill>
              </a:rPr>
              <a:t>(</a:t>
            </a:r>
            <a:r>
              <a:rPr lang="fr-SN" sz="1000" dirty="0" err="1">
                <a:solidFill>
                  <a:schemeClr val="bg1"/>
                </a:solidFill>
              </a:rPr>
              <a:t>function</a:t>
            </a:r>
            <a:r>
              <a:rPr lang="fr-SN" sz="1000" dirty="0">
                <a:solidFill>
                  <a:schemeClr val="bg1"/>
                </a:solidFill>
              </a:rPr>
              <a:t> (</a:t>
            </a:r>
            <a:r>
              <a:rPr lang="fr-SN" sz="1000" dirty="0" err="1">
                <a:solidFill>
                  <a:schemeClr val="bg1"/>
                </a:solidFill>
              </a:rPr>
              <a:t>boutonF</a:t>
            </a:r>
            <a:r>
              <a:rPr lang="fr-SN" sz="1000" dirty="0">
                <a:solidFill>
                  <a:schemeClr val="bg1"/>
                </a:solidFill>
              </a:rPr>
              <a:t>) {</a:t>
            </a:r>
          </a:p>
          <a:p>
            <a:r>
              <a:rPr lang="fr-SN" sz="1000" dirty="0">
                <a:solidFill>
                  <a:schemeClr val="bg1"/>
                </a:solidFill>
              </a:rPr>
              <a:t>        </a:t>
            </a:r>
            <a:r>
              <a:rPr lang="fr-SN" sz="1000" dirty="0" err="1">
                <a:solidFill>
                  <a:schemeClr val="bg1"/>
                </a:solidFill>
              </a:rPr>
              <a:t>boutonF.addEventListener</a:t>
            </a:r>
            <a:r>
              <a:rPr lang="fr-SN" sz="1000" dirty="0">
                <a:solidFill>
                  <a:schemeClr val="bg1"/>
                </a:solidFill>
              </a:rPr>
              <a:t>("click", </a:t>
            </a:r>
            <a:r>
              <a:rPr lang="fr-SN" sz="1000" dirty="0" err="1">
                <a:solidFill>
                  <a:schemeClr val="bg1"/>
                </a:solidFill>
              </a:rPr>
              <a:t>function</a:t>
            </a:r>
            <a:r>
              <a:rPr lang="fr-SN" sz="1000" dirty="0">
                <a:solidFill>
                  <a:schemeClr val="bg1"/>
                </a:solidFill>
              </a:rPr>
              <a:t> () {</a:t>
            </a:r>
          </a:p>
          <a:p>
            <a:r>
              <a:rPr lang="fr-SN" sz="1000" dirty="0">
                <a:solidFill>
                  <a:schemeClr val="bg1"/>
                </a:solidFill>
              </a:rPr>
              <a:t>            let texte = </a:t>
            </a:r>
            <a:r>
              <a:rPr lang="fr-SN" sz="1000" dirty="0" err="1">
                <a:solidFill>
                  <a:schemeClr val="bg1"/>
                </a:solidFill>
              </a:rPr>
              <a:t>boutonF.textContent</a:t>
            </a:r>
            <a:r>
              <a:rPr lang="fr-SN" sz="1000" dirty="0">
                <a:solidFill>
                  <a:schemeClr val="bg1"/>
                </a:solidFill>
              </a:rPr>
              <a:t>;</a:t>
            </a:r>
          </a:p>
          <a:p>
            <a:r>
              <a:rPr lang="fr-SN" sz="1000" dirty="0">
                <a:solidFill>
                  <a:schemeClr val="bg1"/>
                </a:solidFill>
              </a:rPr>
              <a:t>            </a:t>
            </a:r>
            <a:r>
              <a:rPr lang="fr-SN" sz="1000" dirty="0" err="1">
                <a:solidFill>
                  <a:schemeClr val="bg1"/>
                </a:solidFill>
              </a:rPr>
              <a:t>cartes.forEach</a:t>
            </a:r>
            <a:r>
              <a:rPr lang="fr-SN" sz="1000" dirty="0">
                <a:solidFill>
                  <a:schemeClr val="bg1"/>
                </a:solidFill>
              </a:rPr>
              <a:t>(</a:t>
            </a:r>
            <a:r>
              <a:rPr lang="fr-SN" sz="1000" dirty="0" err="1">
                <a:solidFill>
                  <a:schemeClr val="bg1"/>
                </a:solidFill>
              </a:rPr>
              <a:t>function</a:t>
            </a:r>
            <a:r>
              <a:rPr lang="fr-SN" sz="1000" dirty="0">
                <a:solidFill>
                  <a:schemeClr val="bg1"/>
                </a:solidFill>
              </a:rPr>
              <a:t> (carte) {</a:t>
            </a:r>
          </a:p>
          <a:p>
            <a:r>
              <a:rPr lang="fr-SN" sz="1000" dirty="0">
                <a:solidFill>
                  <a:schemeClr val="bg1"/>
                </a:solidFill>
              </a:rPr>
              <a:t>                if (texte === "Tout") {</a:t>
            </a:r>
          </a:p>
          <a:p>
            <a:r>
              <a:rPr lang="fr-SN" sz="1000" dirty="0">
                <a:solidFill>
                  <a:schemeClr val="bg1"/>
                </a:solidFill>
              </a:rPr>
              <a:t>                    </a:t>
            </a:r>
            <a:r>
              <a:rPr lang="fr-SN" sz="1000" dirty="0" err="1">
                <a:solidFill>
                  <a:schemeClr val="bg1"/>
                </a:solidFill>
              </a:rPr>
              <a:t>carte.style.display</a:t>
            </a:r>
            <a:r>
              <a:rPr lang="fr-SN" sz="1000" dirty="0">
                <a:solidFill>
                  <a:schemeClr val="bg1"/>
                </a:solidFill>
              </a:rPr>
              <a:t> = "block";</a:t>
            </a:r>
          </a:p>
          <a:p>
            <a:r>
              <a:rPr lang="fr-SN" sz="1000" dirty="0">
                <a:solidFill>
                  <a:schemeClr val="bg1"/>
                </a:solidFill>
              </a:rPr>
              <a:t>                }</a:t>
            </a:r>
          </a:p>
          <a:p>
            <a:r>
              <a:rPr lang="fr-SN" sz="1000" dirty="0">
                <a:solidFill>
                  <a:schemeClr val="bg1"/>
                </a:solidFill>
              </a:rPr>
              <a:t>                else if (texte === "Développeur Web" &amp;&amp; </a:t>
            </a:r>
            <a:r>
              <a:rPr lang="fr-SN" sz="1000" dirty="0" err="1">
                <a:solidFill>
                  <a:schemeClr val="bg1"/>
                </a:solidFill>
              </a:rPr>
              <a:t>carte.dataset.freelance</a:t>
            </a:r>
            <a:r>
              <a:rPr lang="fr-SN" sz="1000" dirty="0">
                <a:solidFill>
                  <a:schemeClr val="bg1"/>
                </a:solidFill>
              </a:rPr>
              <a:t> === "</a:t>
            </a:r>
            <a:r>
              <a:rPr lang="fr-SN" sz="1000" dirty="0" err="1">
                <a:solidFill>
                  <a:schemeClr val="bg1"/>
                </a:solidFill>
              </a:rPr>
              <a:t>devellopeur</a:t>
            </a:r>
            <a:r>
              <a:rPr lang="fr-SN" sz="1000" dirty="0">
                <a:solidFill>
                  <a:schemeClr val="bg1"/>
                </a:solidFill>
              </a:rPr>
              <a:t>") {</a:t>
            </a:r>
          </a:p>
          <a:p>
            <a:r>
              <a:rPr lang="fr-SN" sz="1000" dirty="0">
                <a:solidFill>
                  <a:schemeClr val="bg1"/>
                </a:solidFill>
              </a:rPr>
              <a:t>                    </a:t>
            </a:r>
            <a:r>
              <a:rPr lang="fr-SN" sz="1000" dirty="0" err="1">
                <a:solidFill>
                  <a:schemeClr val="bg1"/>
                </a:solidFill>
              </a:rPr>
              <a:t>carte.style.display</a:t>
            </a:r>
            <a:r>
              <a:rPr lang="fr-SN" sz="1000" dirty="0">
                <a:solidFill>
                  <a:schemeClr val="bg1"/>
                </a:solidFill>
              </a:rPr>
              <a:t> = "block";</a:t>
            </a:r>
          </a:p>
          <a:p>
            <a:r>
              <a:rPr lang="fr-SN" sz="1000" dirty="0">
                <a:solidFill>
                  <a:schemeClr val="bg1"/>
                </a:solidFill>
              </a:rPr>
              <a:t>                }</a:t>
            </a:r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114800" cy="54864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endParaRPr lang="fr-SN"/>
          </a:p>
        </p:txBody>
      </p:sp>
      <p:sp>
        <p:nvSpPr>
          <p:cNvPr id="9" name="Text 7"/>
          <p:cNvSpPr/>
          <p:nvPr/>
        </p:nvSpPr>
        <p:spPr>
          <a:xfrm>
            <a:off x="4773168" y="106070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Dark Mode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73168" y="12984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Toggle , localStorage entre pages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627632"/>
            <a:ext cx="4114800" cy="54864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endParaRPr lang="fr-SN"/>
          </a:p>
        </p:txBody>
      </p:sp>
      <p:sp>
        <p:nvSpPr>
          <p:cNvPr id="12" name="Text 10"/>
          <p:cNvSpPr/>
          <p:nvPr/>
        </p:nvSpPr>
        <p:spPr>
          <a:xfrm>
            <a:off x="4773168" y="168249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Compteurs animés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19202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IntersectionObserver, qui passe de 0 à la valeur finale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249424"/>
            <a:ext cx="4114800" cy="54864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endParaRPr lang="fr-SN"/>
          </a:p>
        </p:txBody>
      </p:sp>
      <p:sp>
        <p:nvSpPr>
          <p:cNvPr id="15" name="Text 13"/>
          <p:cNvSpPr/>
          <p:nvPr/>
        </p:nvSpPr>
        <p:spPr>
          <a:xfrm>
            <a:off x="4773168" y="230428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Navbar dynamique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25420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La Navbar qui change de style au scroll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871216"/>
            <a:ext cx="4114800" cy="54864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endParaRPr lang="fr-SN"/>
          </a:p>
        </p:txBody>
      </p:sp>
      <p:sp>
        <p:nvSpPr>
          <p:cNvPr id="18" name="Text 16"/>
          <p:cNvSpPr/>
          <p:nvPr/>
        </p:nvSpPr>
        <p:spPr>
          <a:xfrm>
            <a:off x="4773168" y="29260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Retour en haut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73168" y="316382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Apparaît au scroll et disparait à top 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502152"/>
            <a:ext cx="4114800" cy="54864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endParaRPr lang="fr-SN"/>
          </a:p>
        </p:txBody>
      </p:sp>
      <p:sp>
        <p:nvSpPr>
          <p:cNvPr id="21" name="Text 19"/>
          <p:cNvSpPr/>
          <p:nvPr/>
        </p:nvSpPr>
        <p:spPr>
          <a:xfrm>
            <a:off x="4773168" y="35478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 form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378561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Regex email, min 20  caractéres, les messages erreurs et de succes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4133088"/>
            <a:ext cx="4114800" cy="54864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endParaRPr lang="fr-SN"/>
          </a:p>
        </p:txBody>
      </p:sp>
      <p:sp>
        <p:nvSpPr>
          <p:cNvPr id="24" name="Text 22"/>
          <p:cNvSpPr/>
          <p:nvPr/>
        </p:nvSpPr>
        <p:spPr>
          <a:xfrm>
            <a:off x="4773168" y="416966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Animations fade-in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73168" y="44074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IntersectionObserver pour chaque section et carte 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Points techniques : CSS et Bootstrap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3E8"/>
                </a:solidFill>
              </a:rPr>
              <a:t>CSS avancé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40480" cy="47548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endParaRPr lang="fr-SN"/>
          </a:p>
        </p:txBody>
      </p:sp>
      <p:sp>
        <p:nvSpPr>
          <p:cNvPr id="6" name="Text 4"/>
          <p:cNvSpPr/>
          <p:nvPr/>
        </p:nvSpPr>
        <p:spPr>
          <a:xfrm>
            <a:off x="658368" y="1463040"/>
            <a:ext cx="3621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6+ variables CSS dans :root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840480" cy="47548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endParaRPr lang="fr-SN"/>
          </a:p>
        </p:txBody>
      </p:sp>
      <p:sp>
        <p:nvSpPr>
          <p:cNvPr id="8" name="Text 6"/>
          <p:cNvSpPr/>
          <p:nvPr/>
        </p:nvSpPr>
        <p:spPr>
          <a:xfrm>
            <a:off x="658368" y="2011680"/>
            <a:ext cx="3621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Bento Grid — CSS Grid asymétrique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3840480" cy="47548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endParaRPr lang="fr-SN"/>
          </a:p>
        </p:txBody>
      </p:sp>
      <p:sp>
        <p:nvSpPr>
          <p:cNvPr id="10" name="Text 8"/>
          <p:cNvSpPr/>
          <p:nvPr/>
        </p:nvSpPr>
        <p:spPr>
          <a:xfrm>
            <a:off x="658368" y="2560320"/>
            <a:ext cx="3621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Responsive : 375px / 768px / 1200px+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3840480" cy="47548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endParaRPr lang="fr-SN"/>
          </a:p>
        </p:txBody>
      </p:sp>
      <p:sp>
        <p:nvSpPr>
          <p:cNvPr id="12" name="Text 10"/>
          <p:cNvSpPr/>
          <p:nvPr/>
        </p:nvSpPr>
        <p:spPr>
          <a:xfrm>
            <a:off x="658368" y="3108960"/>
            <a:ext cx="3621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Animations hover sur les cartes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3840480" cy="47548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endParaRPr lang="fr-SN"/>
          </a:p>
        </p:txBody>
      </p:sp>
      <p:sp>
        <p:nvSpPr>
          <p:cNvPr id="14" name="Text 12"/>
          <p:cNvSpPr/>
          <p:nvPr/>
        </p:nvSpPr>
        <p:spPr>
          <a:xfrm>
            <a:off x="658368" y="3657600"/>
            <a:ext cx="3621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Transitions CSS smooth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3E8"/>
                </a:solidFill>
              </a:rPr>
              <a:t>Bootstrap 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1417320"/>
            <a:ext cx="4023360" cy="47548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endParaRPr lang="fr-SN"/>
          </a:p>
        </p:txBody>
      </p:sp>
      <p:sp>
        <p:nvSpPr>
          <p:cNvPr id="17" name="Text 15"/>
          <p:cNvSpPr/>
          <p:nvPr/>
        </p:nvSpPr>
        <p:spPr>
          <a:xfrm>
            <a:off x="4864608" y="14630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Navbar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80760" y="14630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Responsive + menu hamburger mobile et tablette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1965960"/>
            <a:ext cx="4023360" cy="47548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endParaRPr lang="fr-SN"/>
          </a:p>
        </p:txBody>
      </p:sp>
      <p:sp>
        <p:nvSpPr>
          <p:cNvPr id="20" name="Text 18"/>
          <p:cNvSpPr/>
          <p:nvPr/>
        </p:nvSpPr>
        <p:spPr>
          <a:xfrm>
            <a:off x="4864608" y="20116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Carousel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80760" y="20116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Section témoignages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2514600"/>
            <a:ext cx="4023360" cy="47548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endParaRPr lang="fr-SN"/>
          </a:p>
        </p:txBody>
      </p:sp>
      <p:sp>
        <p:nvSpPr>
          <p:cNvPr id="23" name="Text 21"/>
          <p:cNvSpPr/>
          <p:nvPr/>
        </p:nvSpPr>
        <p:spPr>
          <a:xfrm>
            <a:off x="4864608" y="25603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Accordion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80760" y="25603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FAQ Tarifs (5 questions)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063240"/>
            <a:ext cx="4023360" cy="47548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endParaRPr lang="fr-SN"/>
          </a:p>
        </p:txBody>
      </p:sp>
      <p:sp>
        <p:nvSpPr>
          <p:cNvPr id="26" name="Text 24"/>
          <p:cNvSpPr/>
          <p:nvPr/>
        </p:nvSpPr>
        <p:spPr>
          <a:xfrm>
            <a:off x="4864608" y="310896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Cards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80760" y="31089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Freelances, services, équipe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3611880"/>
            <a:ext cx="4023360" cy="47548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endParaRPr lang="fr-SN"/>
          </a:p>
        </p:txBody>
      </p:sp>
      <p:sp>
        <p:nvSpPr>
          <p:cNvPr id="29" name="Text 27"/>
          <p:cNvSpPr/>
          <p:nvPr/>
        </p:nvSpPr>
        <p:spPr>
          <a:xfrm>
            <a:off x="4864608" y="36576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Grid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80760" y="36576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col-12 / col-md-6 / col-lg-4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 et Déploiement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73E8"/>
                </a:solidFill>
              </a:rPr>
              <a:t>Les 10 commits du projet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20040" cy="29260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32688" y="138988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Init : création du dépôt, arborescence et structure HTML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719072"/>
            <a:ext cx="320040" cy="29260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9" name="Text 7"/>
          <p:cNvSpPr/>
          <p:nvPr/>
        </p:nvSpPr>
        <p:spPr>
          <a:xfrm>
            <a:off x="548640" y="171907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32688" y="17373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HTML : structure complète des 5 pages avec contenu texte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066544"/>
            <a:ext cx="320040" cy="29260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2" name="Text 10"/>
          <p:cNvSpPr/>
          <p:nvPr/>
        </p:nvSpPr>
        <p:spPr>
          <a:xfrm>
            <a:off x="548640" y="206654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32688" y="208483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CSS : variables, typographie, layout général et styles de base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414016"/>
            <a:ext cx="320040" cy="29260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5" name="Text 13"/>
          <p:cNvSpPr/>
          <p:nvPr/>
        </p:nvSpPr>
        <p:spPr>
          <a:xfrm>
            <a:off x="548640" y="241401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32688" y="243230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CSS : Bento Grid, hero, catégories, effets hover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2761488"/>
            <a:ext cx="320040" cy="29260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8" name="Text 16"/>
          <p:cNvSpPr/>
          <p:nvPr/>
        </p:nvSpPr>
        <p:spPr>
          <a:xfrm>
            <a:off x="548640" y="276148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32688" y="277977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CSS : responsive design mobile et tablette, media queries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320040" cy="29260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21" name="Text 19"/>
          <p:cNvSpPr/>
          <p:nvPr/>
        </p:nvSpPr>
        <p:spPr>
          <a:xfrm>
            <a:off x="548640" y="310896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32688" y="312724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JS : dark mode avec localStorage, navbar dynamique au scroll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3456432"/>
            <a:ext cx="320040" cy="29260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24" name="Text 22"/>
          <p:cNvSpPr/>
          <p:nvPr/>
        </p:nvSpPr>
        <p:spPr>
          <a:xfrm>
            <a:off x="548640" y="345643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2688" y="34747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JS : compteurs animés au scroll et animations fade-in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3803904"/>
            <a:ext cx="320040" cy="29260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27" name="Text 25"/>
          <p:cNvSpPr/>
          <p:nvPr/>
        </p:nvSpPr>
        <p:spPr>
          <a:xfrm>
            <a:off x="548640" y="380390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32688" y="382219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JS : filtrage dynamique freelances et validation </a:t>
            </a:r>
            <a:r>
              <a:rPr lang="en-US" sz="950" dirty="0" err="1">
                <a:solidFill>
                  <a:srgbClr val="B0BEC5"/>
                </a:solidFill>
              </a:rPr>
              <a:t>formulaire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4151376"/>
            <a:ext cx="320040" cy="29260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0" name="Text 28"/>
          <p:cNvSpPr/>
          <p:nvPr/>
        </p:nvSpPr>
        <p:spPr>
          <a:xfrm>
            <a:off x="548640" y="415137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32688" y="416966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Finalisation : corrections, optimisation et commentaires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4498848"/>
            <a:ext cx="320040" cy="29260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3" name="Text 31"/>
          <p:cNvSpPr/>
          <p:nvPr/>
        </p:nvSpPr>
        <p:spPr>
          <a:xfrm>
            <a:off x="548640" y="449884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32688" y="451713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Déploiement : GitHub Pages, README finalisé, PowerPoint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52160" y="10058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73E8"/>
                </a:solidFill>
              </a:rPr>
              <a:t>GitHub Pages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760720" y="2833197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73E8"/>
                </a:solidFill>
              </a:rPr>
              <a:t>README.md</a:t>
            </a:r>
            <a:endParaRPr lang="en-US" sz="1500" dirty="0"/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CF306D46-0B51-9E37-C46F-C7208F33310C}"/>
              </a:ext>
            </a:extLst>
          </p:cNvPr>
          <p:cNvSpPr/>
          <p:nvPr/>
        </p:nvSpPr>
        <p:spPr>
          <a:xfrm>
            <a:off x="5710428" y="3205213"/>
            <a:ext cx="3209544" cy="1862488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sz="1100" dirty="0">
                <a:solidFill>
                  <a:srgbClr val="B0BEC5"/>
                </a:solidFill>
              </a:rPr>
              <a:t>1- Description du projet</a:t>
            </a:r>
            <a:endParaRPr lang="en-US" sz="1100" dirty="0"/>
          </a:p>
          <a:p>
            <a:r>
              <a:rPr lang="en-US" sz="1100" dirty="0">
                <a:solidFill>
                  <a:srgbClr val="B0BEC5"/>
                </a:solidFill>
              </a:rPr>
              <a:t>2- Technologies utilisées</a:t>
            </a:r>
            <a:endParaRPr lang="en-US" sz="1100" dirty="0"/>
          </a:p>
          <a:p>
            <a:r>
              <a:rPr lang="en-US" sz="1100" dirty="0">
                <a:solidFill>
                  <a:srgbClr val="B0BEC5"/>
                </a:solidFill>
              </a:rPr>
              <a:t>3- Les pages du site</a:t>
            </a:r>
            <a:endParaRPr lang="en-US" sz="1100" dirty="0"/>
          </a:p>
          <a:p>
            <a:r>
              <a:rPr lang="en-US" sz="1100" dirty="0">
                <a:solidFill>
                  <a:srgbClr val="B0BEC5"/>
                </a:solidFill>
              </a:rPr>
              <a:t>4- Arborescence du projet</a:t>
            </a:r>
          </a:p>
          <a:p>
            <a:r>
              <a:rPr lang="en-US" sz="1100" dirty="0">
                <a:solidFill>
                  <a:srgbClr val="B0BEC5"/>
                </a:solidFill>
              </a:rPr>
              <a:t>5- Les fontionnalités JavaScript utilisées</a:t>
            </a:r>
          </a:p>
          <a:p>
            <a:r>
              <a:rPr lang="en-US" sz="1100" dirty="0">
                <a:solidFill>
                  <a:schemeClr val="bg2">
                    <a:lumMod val="75000"/>
                  </a:schemeClr>
                </a:solidFill>
              </a:rPr>
              <a:t>6-Lancer le projet localement</a:t>
            </a:r>
          </a:p>
          <a:p>
            <a:r>
              <a:rPr lang="en-US" sz="1100" dirty="0">
                <a:solidFill>
                  <a:srgbClr val="B0BEC5"/>
                </a:solidFill>
              </a:rPr>
              <a:t>7- Aperçu du site</a:t>
            </a:r>
          </a:p>
          <a:p>
            <a:r>
              <a:rPr lang="en-US" sz="1100" dirty="0">
                <a:solidFill>
                  <a:srgbClr val="B0BEC5"/>
                </a:solidFill>
              </a:rPr>
              <a:t>8- Lien Github page</a:t>
            </a:r>
            <a:endParaRPr lang="en-US" sz="1100" dirty="0"/>
          </a:p>
          <a:p>
            <a:r>
              <a:rPr lang="en-US" sz="1100" dirty="0">
                <a:solidFill>
                  <a:srgbClr val="B0BEC5"/>
                </a:solidFill>
              </a:rPr>
              <a:t>9- Ressources consultees</a:t>
            </a:r>
          </a:p>
        </p:txBody>
      </p:sp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34E809F0-3BD4-54BA-76CE-4080C88605F0}"/>
              </a:ext>
            </a:extLst>
          </p:cNvPr>
          <p:cNvSpPr/>
          <p:nvPr/>
        </p:nvSpPr>
        <p:spPr>
          <a:xfrm>
            <a:off x="5760719" y="1472666"/>
            <a:ext cx="3084897" cy="118872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sz="1050" dirty="0">
                <a:solidFill>
                  <a:srgbClr val="FFFFFF"/>
                </a:solidFill>
              </a:rPr>
              <a:t> Lien du Site déployé en ligne</a:t>
            </a:r>
            <a:endParaRPr lang="en-US" sz="1050" dirty="0"/>
          </a:p>
          <a:p>
            <a:endParaRPr lang="en-US" sz="1050" dirty="0"/>
          </a:p>
          <a:p>
            <a:r>
              <a:rPr lang="fr-SN" sz="1050" dirty="0">
                <a:solidFill>
                  <a:schemeClr val="bg1"/>
                </a:solidFill>
              </a:rPr>
              <a:t>https://papamamadoundao8-blip.github.io/Papa_Mamadou_Ndao_AfriTalent/</a:t>
            </a:r>
          </a:p>
          <a:p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Difficultés et Solutions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207008" y="1075623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Responsive design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931920" cy="1051560"/>
          </a:xfrm>
          <a:prstGeom prst="rect">
            <a:avLst/>
          </a:prstGeom>
          <a:solidFill>
            <a:srgbClr val="1B0A0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8" name="Text 6"/>
          <p:cNvSpPr/>
          <p:nvPr/>
        </p:nvSpPr>
        <p:spPr>
          <a:xfrm>
            <a:off x="658368" y="18288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</a:rPr>
              <a:t> Problème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210312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Les éléments débordaient sur mobile (375px) et sur tablette (768px), surtout la navbar et les cartes du Bento Grid.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783080"/>
            <a:ext cx="4114800" cy="1051560"/>
          </a:xfrm>
          <a:prstGeom prst="rect">
            <a:avLst/>
          </a:prstGeom>
          <a:solidFill>
            <a:srgbClr val="0A1B0A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1" name="Text 9"/>
          <p:cNvSpPr/>
          <p:nvPr/>
        </p:nvSpPr>
        <p:spPr>
          <a:xfrm>
            <a:off x="4773168" y="1828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53"/>
                </a:solidFill>
              </a:rPr>
              <a:t>Solution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73168" y="210312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Ajout de media queries précises dans style.css avec col-12 sur mobile, et tests réguliers via les DevTools (F12).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07008" y="310896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Filtrage dynamique JS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3931920" cy="1051560"/>
          </a:xfrm>
          <a:prstGeom prst="rect">
            <a:avLst/>
          </a:prstGeom>
          <a:solidFill>
            <a:srgbClr val="1B0A0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7" name="Text 15"/>
          <p:cNvSpPr/>
          <p:nvPr/>
        </p:nvSpPr>
        <p:spPr>
          <a:xfrm>
            <a:off x="658368" y="37947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</a:rPr>
              <a:t> Problème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" y="40690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Difficulté à cibler les bonnes cartes avec querySelectorAll et à masquer sans rechargement de page.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749040"/>
            <a:ext cx="4114800" cy="1051560"/>
          </a:xfrm>
          <a:prstGeom prst="rect">
            <a:avLst/>
          </a:prstGeom>
          <a:solidFill>
            <a:srgbClr val="0A1B0A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20" name="Text 18"/>
          <p:cNvSpPr/>
          <p:nvPr/>
        </p:nvSpPr>
        <p:spPr>
          <a:xfrm>
            <a:off x="4773168" y="37947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53"/>
                </a:solidFill>
              </a:rPr>
              <a:t> Solution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73168" y="40690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B0BEC5"/>
                </a:solidFill>
              </a:rPr>
              <a:t>Utilisation de data.freelance  sur les 9 cartes, puis carte.style. display=“block” et le point le plus important le else (display none ) qui permet de cacher les autres cartes qui ne sont pas concernées lorsque l’on clique sur un bouton</a:t>
            </a:r>
            <a:endParaRPr lang="en-US" sz="1000" dirty="0"/>
          </a:p>
        </p:txBody>
      </p:sp>
      <p:sp>
        <p:nvSpPr>
          <p:cNvPr id="22" name="Organigramme : Connecteur 21">
            <a:extLst>
              <a:ext uri="{FF2B5EF4-FFF2-40B4-BE49-F238E27FC236}">
                <a16:creationId xmlns:a16="http://schemas.microsoft.com/office/drawing/2014/main" id="{116FC813-D651-7AF0-F8EC-2ACDF552339E}"/>
              </a:ext>
            </a:extLst>
          </p:cNvPr>
          <p:cNvSpPr/>
          <p:nvPr/>
        </p:nvSpPr>
        <p:spPr>
          <a:xfrm>
            <a:off x="812371" y="1093911"/>
            <a:ext cx="394637" cy="393192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SN" dirty="0"/>
              <a:t>1</a:t>
            </a:r>
          </a:p>
        </p:txBody>
      </p:sp>
      <p:sp>
        <p:nvSpPr>
          <p:cNvPr id="26" name="Organigramme : Connecteur 25">
            <a:extLst>
              <a:ext uri="{FF2B5EF4-FFF2-40B4-BE49-F238E27FC236}">
                <a16:creationId xmlns:a16="http://schemas.microsoft.com/office/drawing/2014/main" id="{106D5C14-717B-95CF-9368-CF2957ABC983}"/>
              </a:ext>
            </a:extLst>
          </p:cNvPr>
          <p:cNvSpPr/>
          <p:nvPr/>
        </p:nvSpPr>
        <p:spPr>
          <a:xfrm>
            <a:off x="812371" y="3142488"/>
            <a:ext cx="394637" cy="393192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SN" dirty="0"/>
              <a:t>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Ressources utilisées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30625"/>
            <a:ext cx="8450981" cy="45720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endParaRPr lang="fr-SN"/>
          </a:p>
        </p:txBody>
      </p:sp>
      <p:sp>
        <p:nvSpPr>
          <p:cNvPr id="5" name="Text 3"/>
          <p:cNvSpPr/>
          <p:nvPr/>
        </p:nvSpPr>
        <p:spPr>
          <a:xfrm>
            <a:off x="658368" y="110642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YouTube / Tutoriels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110642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GRAFIKART pour la responsive et l’explication du JavaScript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581912"/>
            <a:ext cx="8450981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fr-SN" dirty="0"/>
          </a:p>
        </p:txBody>
      </p:sp>
      <p:sp>
        <p:nvSpPr>
          <p:cNvPr id="9" name="Text 7"/>
          <p:cNvSpPr/>
          <p:nvPr/>
        </p:nvSpPr>
        <p:spPr>
          <a:xfrm>
            <a:off x="658368" y="163677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MDN Web Docs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1636776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 HTML, CSS et JavaScript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112264"/>
            <a:ext cx="8450981" cy="45720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endParaRPr lang="fr-SN"/>
          </a:p>
        </p:txBody>
      </p:sp>
      <p:sp>
        <p:nvSpPr>
          <p:cNvPr id="13" name="Text 11"/>
          <p:cNvSpPr/>
          <p:nvPr/>
        </p:nvSpPr>
        <p:spPr>
          <a:xfrm>
            <a:off x="658368" y="216712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Bootstrap 5 Docs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216712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Composants navbar, carousel, accordion</a:t>
            </a:r>
            <a:r>
              <a:rPr lang="en-US" sz="1050">
                <a:solidFill>
                  <a:srgbClr val="B0BEC5"/>
                </a:solidFill>
              </a:rPr>
              <a:t>, carte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642616"/>
            <a:ext cx="8450981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7" name="Text 15"/>
          <p:cNvSpPr/>
          <p:nvPr/>
        </p:nvSpPr>
        <p:spPr>
          <a:xfrm>
            <a:off x="658368" y="2697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Google Fonts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269748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Montserrat (titres) et Times New roman (corps de texte)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172968"/>
            <a:ext cx="8450981" cy="45720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endParaRPr lang="fr-SN"/>
          </a:p>
        </p:txBody>
      </p:sp>
      <p:sp>
        <p:nvSpPr>
          <p:cNvPr id="21" name="Text 19"/>
          <p:cNvSpPr/>
          <p:nvPr/>
        </p:nvSpPr>
        <p:spPr>
          <a:xfrm>
            <a:off x="658368" y="32278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Font Awesome 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17520" y="322783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 Pour les Icônes 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703320"/>
            <a:ext cx="8450981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fr-SN" dirty="0"/>
          </a:p>
        </p:txBody>
      </p:sp>
      <p:sp>
        <p:nvSpPr>
          <p:cNvPr id="25" name="Text 23"/>
          <p:cNvSpPr/>
          <p:nvPr/>
        </p:nvSpPr>
        <p:spPr>
          <a:xfrm>
            <a:off x="658368" y="375818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W3C Validator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17520" y="375818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Validation du code HTML  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233672"/>
            <a:ext cx="8450981" cy="45720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endParaRPr lang="fr-SN"/>
          </a:p>
        </p:txBody>
      </p:sp>
      <p:sp>
        <p:nvSpPr>
          <p:cNvPr id="29" name="Text 27"/>
          <p:cNvSpPr/>
          <p:nvPr/>
        </p:nvSpPr>
        <p:spPr>
          <a:xfrm>
            <a:off x="658368" y="42885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Magnific /Pinterest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017520" y="4288536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Images libres de droits pour profils et illustrations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182880"/>
            <a:ext cx="8092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 et Perspectives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1" y="14401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73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 que j'ai appris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938528"/>
            <a:ext cx="182880" cy="182880"/>
          </a:xfrm>
          <a:prstGeom prst="ellipse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SN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04672" y="1920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</a:rPr>
              <a:t>Structurer un projet web complet de A à Z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59736"/>
            <a:ext cx="182880" cy="182880"/>
          </a:xfrm>
          <a:prstGeom prst="ellipse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SN"/>
          </a:p>
        </p:txBody>
      </p:sp>
      <p:sp>
        <p:nvSpPr>
          <p:cNvPr id="9" name="Text 7"/>
          <p:cNvSpPr/>
          <p:nvPr/>
        </p:nvSpPr>
        <p:spPr>
          <a:xfrm>
            <a:off x="804672" y="24414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</a:rPr>
              <a:t>Maîtriser le responsive design avec media queries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980944"/>
            <a:ext cx="182880" cy="182880"/>
          </a:xfrm>
          <a:prstGeom prst="ellipse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SN"/>
          </a:p>
        </p:txBody>
      </p:sp>
      <p:sp>
        <p:nvSpPr>
          <p:cNvPr id="11" name="Text 9"/>
          <p:cNvSpPr/>
          <p:nvPr/>
        </p:nvSpPr>
        <p:spPr>
          <a:xfrm>
            <a:off x="804672" y="296265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</a:rPr>
              <a:t> Comprehension sur la manipulation du DOM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502152"/>
            <a:ext cx="182880" cy="182880"/>
          </a:xfrm>
          <a:prstGeom prst="ellipse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SN"/>
          </a:p>
        </p:txBody>
      </p:sp>
      <p:sp>
        <p:nvSpPr>
          <p:cNvPr id="13" name="Text 11"/>
          <p:cNvSpPr/>
          <p:nvPr/>
        </p:nvSpPr>
        <p:spPr>
          <a:xfrm>
            <a:off x="804672" y="348386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</a:rPr>
              <a:t>Versionner un projet avec Git et GitHub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82880" cy="182880"/>
          </a:xfrm>
          <a:prstGeom prst="ellipse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SN"/>
          </a:p>
        </p:txBody>
      </p:sp>
      <p:sp>
        <p:nvSpPr>
          <p:cNvPr id="15" name="Text 13"/>
          <p:cNvSpPr/>
          <p:nvPr/>
        </p:nvSpPr>
        <p:spPr>
          <a:xfrm>
            <a:off x="804672" y="40050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</a:rPr>
              <a:t>Déployer un site avec GitHub Pages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54880" y="14401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73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Améliorations futures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A8FEA981-4BC2-099E-A8E3-39C905BF9B66}"/>
              </a:ext>
            </a:extLst>
          </p:cNvPr>
          <p:cNvSpPr/>
          <p:nvPr/>
        </p:nvSpPr>
        <p:spPr>
          <a:xfrm>
            <a:off x="4709160" y="1947672"/>
            <a:ext cx="4114800" cy="632861"/>
          </a:xfrm>
          <a:prstGeom prst="roundRect">
            <a:avLst>
              <a:gd name="adj" fmla="val 15385"/>
            </a:avLst>
          </a:prstGeom>
          <a:solidFill>
            <a:srgbClr val="112233"/>
          </a:solidFill>
          <a:ln w="12700">
            <a:solidFill>
              <a:srgbClr val="1A73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Intégrer un système de paiement (Wave, Orange Money, Carte bancaire)</a:t>
            </a:r>
            <a:endParaRPr lang="fr-SN" sz="1400" b="1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98076A84-A705-216E-9653-DA7BD96DF73D}"/>
              </a:ext>
            </a:extLst>
          </p:cNvPr>
          <p:cNvSpPr/>
          <p:nvPr/>
        </p:nvSpPr>
        <p:spPr>
          <a:xfrm>
            <a:off x="4709160" y="2832715"/>
            <a:ext cx="4114800" cy="632861"/>
          </a:xfrm>
          <a:prstGeom prst="roundRect">
            <a:avLst>
              <a:gd name="adj" fmla="val 15385"/>
            </a:avLst>
          </a:prstGeom>
          <a:solidFill>
            <a:srgbClr val="112233"/>
          </a:solidFill>
          <a:ln w="12700">
            <a:solidFill>
              <a:srgbClr val="1A73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Backend réel pour enregistrer les formulaires en base de données</a:t>
            </a:r>
            <a:endParaRPr lang="fr-SN" sz="1400" b="1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F0438B66-0161-6624-84B3-B424484D514E}"/>
              </a:ext>
            </a:extLst>
          </p:cNvPr>
          <p:cNvSpPr/>
          <p:nvPr/>
        </p:nvSpPr>
        <p:spPr>
          <a:xfrm>
            <a:off x="4709160" y="3727383"/>
            <a:ext cx="4114800" cy="555377"/>
          </a:xfrm>
          <a:prstGeom prst="roundRect">
            <a:avLst>
              <a:gd name="adj" fmla="val 15385"/>
            </a:avLst>
          </a:prstGeom>
          <a:solidFill>
            <a:srgbClr val="112233"/>
          </a:solidFill>
          <a:ln w="12700">
            <a:solidFill>
              <a:srgbClr val="1A73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Messagerie interne entre freelances et clients</a:t>
            </a:r>
            <a:endParaRPr lang="fr-SN" sz="16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726</TotalTime>
  <Words>1199</Words>
  <Application>Microsoft Office PowerPoint</Application>
  <PresentationFormat>Affichage à l'écran (16:9)</PresentationFormat>
  <Paragraphs>231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Calibri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AfriTalent — Présentation Projet S2</dc:title>
  <dc:subject>PptxGenJS Presentation</dc:subject>
  <dc:creator>Papa Mamadou Ndao</dc:creator>
  <cp:lastModifiedBy>Papa Mamadou Ndao</cp:lastModifiedBy>
  <cp:revision>3</cp:revision>
  <dcterms:created xsi:type="dcterms:W3CDTF">2026-05-28T23:06:47Z</dcterms:created>
  <dcterms:modified xsi:type="dcterms:W3CDTF">2026-06-21T10:43:56Z</dcterms:modified>
</cp:coreProperties>
</file>